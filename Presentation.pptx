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46" r:id="rId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1591C"/>
    <a:srgbClr val="F266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9" dt="2026-08-31T10:21:32.240"/>
    <p1510:client id="{4BAC13A0-F183-40CF-B1EB-E591C29F5D50}" v="26" dt="2026-08-30T19:29:56.825"/>
    <p1510:client id="{4C88C596-288B-C479-0D3A-56764C26DA66}" v="1" dt="2026-08-31T12:58:50.9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 /><Relationship Id="rId3" Type="http://schemas.openxmlformats.org/officeDocument/2006/relationships/presProps" Target="presProps.xml" /><Relationship Id="rId7" Type="http://schemas.microsoft.com/office/2016/11/relationships/changesInfo" Target="changesInfos/changesInfo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well Blessing" userId="S::maxwell.blessing@goil.com.gh::219a9550-696d-4c0e-9e50-148baa809298" providerId="AD" clId="Web-{4C88C596-288B-C479-0D3A-56764C26DA66}"/>
    <pc:docChg chg="modSld">
      <pc:chgData name="Maxwell Blessing" userId="S::maxwell.blessing@goil.com.gh::219a9550-696d-4c0e-9e50-148baa809298" providerId="AD" clId="Web-{4C88C596-288B-C479-0D3A-56764C26DA66}" dt="2026-08-31T13:21:47.882" v="4" actId="14100"/>
      <pc:docMkLst>
        <pc:docMk/>
      </pc:docMkLst>
      <pc:sldChg chg="modSp">
        <pc:chgData name="Maxwell Blessing" userId="S::maxwell.blessing@goil.com.gh::219a9550-696d-4c0e-9e50-148baa809298" providerId="AD" clId="Web-{4C88C596-288B-C479-0D3A-56764C26DA66}" dt="2026-08-31T13:21:47.882" v="4" actId="14100"/>
        <pc:sldMkLst>
          <pc:docMk/>
          <pc:sldMk cId="644448032" sldId="547"/>
        </pc:sldMkLst>
        <pc:graphicFrameChg chg="mod">
          <ac:chgData name="Maxwell Blessing" userId="S::maxwell.blessing@goil.com.gh::219a9550-696d-4c0e-9e50-148baa809298" providerId="AD" clId="Web-{4C88C596-288B-C479-0D3A-56764C26DA66}" dt="2026-08-31T13:21:47.882" v="4" actId="14100"/>
          <ac:graphicFrameMkLst>
            <pc:docMk/>
            <pc:sldMk cId="644448032" sldId="547"/>
            <ac:graphicFrameMk id="6" creationId="{9C292880-97FD-ABD1-CCD8-A6D0E371BD71}"/>
          </ac:graphicFrameMkLst>
        </pc:graphicFrameChg>
      </pc:sldChg>
      <pc:sldChg chg="modSp">
        <pc:chgData name="Maxwell Blessing" userId="S::maxwell.blessing@goil.com.gh::219a9550-696d-4c0e-9e50-148baa809298" providerId="AD" clId="Web-{4C88C596-288B-C479-0D3A-56764C26DA66}" dt="2026-08-31T12:58:50.980" v="0"/>
        <pc:sldMkLst>
          <pc:docMk/>
          <pc:sldMk cId="1698109639" sldId="549"/>
        </pc:sldMkLst>
        <pc:graphicFrameChg chg="modGraphic">
          <ac:chgData name="Maxwell Blessing" userId="S::maxwell.blessing@goil.com.gh::219a9550-696d-4c0e-9e50-148baa809298" providerId="AD" clId="Web-{4C88C596-288B-C479-0D3A-56764C26DA66}" dt="2026-08-31T12:58:50.980" v="0"/>
          <ac:graphicFrameMkLst>
            <pc:docMk/>
            <pc:sldMk cId="1698109639" sldId="549"/>
            <ac:graphicFrameMk id="6" creationId="{26001D4C-36C3-1C08-C1D7-95A6AEAFE2D7}"/>
          </ac:graphicFrameMkLst>
        </pc:graphicFrameChg>
      </pc:sldChg>
      <pc:sldChg chg="modSp">
        <pc:chgData name="Maxwell Blessing" userId="S::maxwell.blessing@goil.com.gh::219a9550-696d-4c0e-9e50-148baa809298" providerId="AD" clId="Web-{4C88C596-288B-C479-0D3A-56764C26DA66}" dt="2026-08-31T13:00:06.716" v="1" actId="14100"/>
        <pc:sldMkLst>
          <pc:docMk/>
          <pc:sldMk cId="2098445691" sldId="551"/>
        </pc:sldMkLst>
        <pc:graphicFrameChg chg="mod">
          <ac:chgData name="Maxwell Blessing" userId="S::maxwell.blessing@goil.com.gh::219a9550-696d-4c0e-9e50-148baa809298" providerId="AD" clId="Web-{4C88C596-288B-C479-0D3A-56764C26DA66}" dt="2026-08-31T13:00:06.716" v="1" actId="14100"/>
          <ac:graphicFrameMkLst>
            <pc:docMk/>
            <pc:sldMk cId="2098445691" sldId="551"/>
            <ac:graphicFrameMk id="6" creationId="{D7298E80-D060-ED57-EFF4-874DF5AAC7E6}"/>
          </ac:graphicFrameMkLst>
        </pc:graphicFrameChg>
      </pc:sldChg>
      <pc:sldChg chg="modSp">
        <pc:chgData name="Maxwell Blessing" userId="S::maxwell.blessing@goil.com.gh::219a9550-696d-4c0e-9e50-148baa809298" providerId="AD" clId="Web-{4C88C596-288B-C479-0D3A-56764C26DA66}" dt="2026-08-31T13:00:31.139" v="2" actId="14100"/>
        <pc:sldMkLst>
          <pc:docMk/>
          <pc:sldMk cId="3406879662" sldId="552"/>
        </pc:sldMkLst>
        <pc:graphicFrameChg chg="mod">
          <ac:chgData name="Maxwell Blessing" userId="S::maxwell.blessing@goil.com.gh::219a9550-696d-4c0e-9e50-148baa809298" providerId="AD" clId="Web-{4C88C596-288B-C479-0D3A-56764C26DA66}" dt="2026-08-31T13:00:31.139" v="2" actId="14100"/>
          <ac:graphicFrameMkLst>
            <pc:docMk/>
            <pc:sldMk cId="3406879662" sldId="552"/>
            <ac:graphicFrameMk id="6" creationId="{EBBED656-6A3F-EB9F-6798-9AABC05AEEBE}"/>
          </ac:graphicFrameMkLst>
        </pc:graphicFrameChg>
      </pc:sldChg>
    </pc:docChg>
  </pc:docChgLst>
  <pc:docChgLst>
    <pc:chgData name="Maxwell Blessing" userId="219a9550-696d-4c0e-9e50-148baa809298" providerId="ADAL" clId="{5D31C33B-3337-4B76-902F-D05DC4C29561}"/>
    <pc:docChg chg="undo custSel addSld delSld modSld">
      <pc:chgData name="Maxwell Blessing" userId="219a9550-696d-4c0e-9e50-148baa809298" providerId="ADAL" clId="{5D31C33B-3337-4B76-902F-D05DC4C29561}" dt="2026-08-30T19:29:56.825" v="1051" actId="208"/>
      <pc:docMkLst>
        <pc:docMk/>
      </pc:docMkLst>
      <pc:sldChg chg="setBg">
        <pc:chgData name="Maxwell Blessing" userId="219a9550-696d-4c0e-9e50-148baa809298" providerId="ADAL" clId="{5D31C33B-3337-4B76-902F-D05DC4C29561}" dt="2026-08-30T18:22:36.914" v="7"/>
        <pc:sldMkLst>
          <pc:docMk/>
          <pc:sldMk cId="368703292" sldId="431"/>
        </pc:sldMkLst>
      </pc:sldChg>
      <pc:sldChg chg="addSp delSp modSp mod setBg">
        <pc:chgData name="Maxwell Blessing" userId="219a9550-696d-4c0e-9e50-148baa809298" providerId="ADAL" clId="{5D31C33B-3337-4B76-902F-D05DC4C29561}" dt="2026-08-30T18:48:06.511" v="519" actId="14100"/>
        <pc:sldMkLst>
          <pc:docMk/>
          <pc:sldMk cId="1474121220" sldId="546"/>
        </pc:sldMkLst>
        <pc:spChg chg="add del mod">
          <ac:chgData name="Maxwell Blessing" userId="219a9550-696d-4c0e-9e50-148baa809298" providerId="ADAL" clId="{5D31C33B-3337-4B76-902F-D05DC4C29561}" dt="2026-08-30T18:12:47.679" v="2"/>
          <ac:spMkLst>
            <pc:docMk/>
            <pc:sldMk cId="1474121220" sldId="546"/>
            <ac:spMk id="2" creationId="{4DD9585E-881F-5649-DE7F-47A1E6503C18}"/>
          </ac:spMkLst>
        </pc:spChg>
        <pc:spChg chg="add del mod">
          <ac:chgData name="Maxwell Blessing" userId="219a9550-696d-4c0e-9e50-148baa809298" providerId="ADAL" clId="{5D31C33B-3337-4B76-902F-D05DC4C29561}" dt="2026-08-30T18:13:02.654" v="5"/>
          <ac:spMkLst>
            <pc:docMk/>
            <pc:sldMk cId="1474121220" sldId="546"/>
            <ac:spMk id="3" creationId="{FE9267CB-2C5B-3055-B0ED-B2CDFDC2AA7E}"/>
          </ac:spMkLst>
        </pc:spChg>
        <pc:spChg chg="mod">
          <ac:chgData name="Maxwell Blessing" userId="219a9550-696d-4c0e-9e50-148baa809298" providerId="ADAL" clId="{5D31C33B-3337-4B76-902F-D05DC4C29561}" dt="2026-08-30T18:48:06.511" v="519" actId="14100"/>
          <ac:spMkLst>
            <pc:docMk/>
            <pc:sldMk cId="1474121220" sldId="546"/>
            <ac:spMk id="5" creationId="{37F56224-29A0-0BE6-2763-F89DA138855F}"/>
          </ac:spMkLst>
        </pc:spChg>
        <pc:spChg chg="mod">
          <ac:chgData name="Maxwell Blessing" userId="219a9550-696d-4c0e-9e50-148baa809298" providerId="ADAL" clId="{5D31C33B-3337-4B76-902F-D05DC4C29561}" dt="2026-08-30T18:23:13.850" v="24" actId="20577"/>
          <ac:spMkLst>
            <pc:docMk/>
            <pc:sldMk cId="1474121220" sldId="546"/>
            <ac:spMk id="6" creationId="{5101FD2C-BD75-F3C7-F8E9-7A1A81101794}"/>
          </ac:spMkLst>
        </pc:spChg>
      </pc:sldChg>
      <pc:sldChg chg="setBg">
        <pc:chgData name="Maxwell Blessing" userId="219a9550-696d-4c0e-9e50-148baa809298" providerId="ADAL" clId="{5D31C33B-3337-4B76-902F-D05DC4C29561}" dt="2026-08-30T18:22:36.914" v="7"/>
        <pc:sldMkLst>
          <pc:docMk/>
          <pc:sldMk cId="644448032" sldId="547"/>
        </pc:sldMkLst>
      </pc:sldChg>
      <pc:sldChg chg="modSp mod setBg">
        <pc:chgData name="Maxwell Blessing" userId="219a9550-696d-4c0e-9e50-148baa809298" providerId="ADAL" clId="{5D31C33B-3337-4B76-902F-D05DC4C29561}" dt="2026-08-30T19:14:43.446" v="1036" actId="12269"/>
        <pc:sldMkLst>
          <pc:docMk/>
          <pc:sldMk cId="1652260698" sldId="548"/>
        </pc:sldMkLst>
        <pc:graphicFrameChg chg="mod">
          <ac:chgData name="Maxwell Blessing" userId="219a9550-696d-4c0e-9e50-148baa809298" providerId="ADAL" clId="{5D31C33B-3337-4B76-902F-D05DC4C29561}" dt="2026-08-30T19:14:43.446" v="1036" actId="12269"/>
          <ac:graphicFrameMkLst>
            <pc:docMk/>
            <pc:sldMk cId="1652260698" sldId="548"/>
            <ac:graphicFrameMk id="6" creationId="{A50B6910-0BC9-73F4-4878-04DB67735623}"/>
          </ac:graphicFrameMkLst>
        </pc:graphicFrameChg>
      </pc:sldChg>
      <pc:sldChg chg="modSp mod setBg">
        <pc:chgData name="Maxwell Blessing" userId="219a9550-696d-4c0e-9e50-148baa809298" providerId="ADAL" clId="{5D31C33B-3337-4B76-902F-D05DC4C29561}" dt="2026-08-30T19:15:37.943" v="1038" actId="13782"/>
        <pc:sldMkLst>
          <pc:docMk/>
          <pc:sldMk cId="1698109639" sldId="549"/>
        </pc:sldMkLst>
        <pc:spChg chg="mod">
          <ac:chgData name="Maxwell Blessing" userId="219a9550-696d-4c0e-9e50-148baa809298" providerId="ADAL" clId="{5D31C33B-3337-4B76-902F-D05DC4C29561}" dt="2026-08-30T18:24:09.098" v="29" actId="20577"/>
          <ac:spMkLst>
            <pc:docMk/>
            <pc:sldMk cId="1698109639" sldId="549"/>
            <ac:spMk id="2" creationId="{B1BF5221-2DE9-6F4D-2512-92AC89F0C8FC}"/>
          </ac:spMkLst>
        </pc:spChg>
        <pc:graphicFrameChg chg="mod modGraphic">
          <ac:chgData name="Maxwell Blessing" userId="219a9550-696d-4c0e-9e50-148baa809298" providerId="ADAL" clId="{5D31C33B-3337-4B76-902F-D05DC4C29561}" dt="2026-08-30T19:15:37.943" v="1038" actId="13782"/>
          <ac:graphicFrameMkLst>
            <pc:docMk/>
            <pc:sldMk cId="1698109639" sldId="549"/>
            <ac:graphicFrameMk id="6" creationId="{26001D4C-36C3-1C08-C1D7-95A6AEAFE2D7}"/>
          </ac:graphicFrameMkLst>
        </pc:graphicFrameChg>
      </pc:sldChg>
      <pc:sldChg chg="modSp mod setBg">
        <pc:chgData name="Maxwell Blessing" userId="219a9550-696d-4c0e-9e50-148baa809298" providerId="ADAL" clId="{5D31C33B-3337-4B76-902F-D05DC4C29561}" dt="2026-08-30T18:50:46.166" v="646" actId="20577"/>
        <pc:sldMkLst>
          <pc:docMk/>
          <pc:sldMk cId="1399092542" sldId="550"/>
        </pc:sldMkLst>
        <pc:spChg chg="mod">
          <ac:chgData name="Maxwell Blessing" userId="219a9550-696d-4c0e-9e50-148baa809298" providerId="ADAL" clId="{5D31C33B-3337-4B76-902F-D05DC4C29561}" dt="2026-08-30T18:25:16.073" v="58" actId="403"/>
          <ac:spMkLst>
            <pc:docMk/>
            <pc:sldMk cId="1399092542" sldId="550"/>
            <ac:spMk id="2" creationId="{EF61E422-7F03-E59C-3D47-23D463DED473}"/>
          </ac:spMkLst>
        </pc:spChg>
        <pc:graphicFrameChg chg="modGraphic">
          <ac:chgData name="Maxwell Blessing" userId="219a9550-696d-4c0e-9e50-148baa809298" providerId="ADAL" clId="{5D31C33B-3337-4B76-902F-D05DC4C29561}" dt="2026-08-30T18:50:46.166" v="646" actId="20577"/>
          <ac:graphicFrameMkLst>
            <pc:docMk/>
            <pc:sldMk cId="1399092542" sldId="550"/>
            <ac:graphicFrameMk id="6" creationId="{C7756DEE-40AF-2A62-E895-397940D00947}"/>
          </ac:graphicFrameMkLst>
        </pc:graphicFrameChg>
      </pc:sldChg>
      <pc:sldChg chg="setBg">
        <pc:chgData name="Maxwell Blessing" userId="219a9550-696d-4c0e-9e50-148baa809298" providerId="ADAL" clId="{5D31C33B-3337-4B76-902F-D05DC4C29561}" dt="2026-08-30T18:22:36.914" v="7"/>
        <pc:sldMkLst>
          <pc:docMk/>
          <pc:sldMk cId="2098445691" sldId="551"/>
        </pc:sldMkLst>
      </pc:sldChg>
      <pc:sldChg chg="setBg">
        <pc:chgData name="Maxwell Blessing" userId="219a9550-696d-4c0e-9e50-148baa809298" providerId="ADAL" clId="{5D31C33B-3337-4B76-902F-D05DC4C29561}" dt="2026-08-30T18:22:36.914" v="7"/>
        <pc:sldMkLst>
          <pc:docMk/>
          <pc:sldMk cId="3406879662" sldId="552"/>
        </pc:sldMkLst>
      </pc:sldChg>
      <pc:sldChg chg="addSp delSp modSp mod setBg">
        <pc:chgData name="Maxwell Blessing" userId="219a9550-696d-4c0e-9e50-148baa809298" providerId="ADAL" clId="{5D31C33B-3337-4B76-902F-D05DC4C29561}" dt="2026-08-30T19:19:39.102" v="1048" actId="1032"/>
        <pc:sldMkLst>
          <pc:docMk/>
          <pc:sldMk cId="161138116" sldId="553"/>
        </pc:sldMkLst>
        <pc:spChg chg="mod">
          <ac:chgData name="Maxwell Blessing" userId="219a9550-696d-4c0e-9e50-148baa809298" providerId="ADAL" clId="{5D31C33B-3337-4B76-902F-D05DC4C29561}" dt="2026-08-30T18:52:25.714" v="704" actId="403"/>
          <ac:spMkLst>
            <pc:docMk/>
            <pc:sldMk cId="161138116" sldId="553"/>
            <ac:spMk id="2" creationId="{28955324-B01E-416B-B7DF-18E3B1307104}"/>
          </ac:spMkLst>
        </pc:spChg>
        <pc:graphicFrameChg chg="add del modGraphic">
          <ac:chgData name="Maxwell Blessing" userId="219a9550-696d-4c0e-9e50-148baa809298" providerId="ADAL" clId="{5D31C33B-3337-4B76-902F-D05DC4C29561}" dt="2026-08-30T19:19:39.102" v="1048" actId="1032"/>
          <ac:graphicFrameMkLst>
            <pc:docMk/>
            <pc:sldMk cId="161138116" sldId="553"/>
            <ac:graphicFrameMk id="3" creationId="{4617E149-DBC5-B565-EF32-F6A38F0595D7}"/>
          </ac:graphicFrameMkLst>
        </pc:graphicFrameChg>
        <pc:graphicFrameChg chg="mod modGraphic">
          <ac:chgData name="Maxwell Blessing" userId="219a9550-696d-4c0e-9e50-148baa809298" providerId="ADAL" clId="{5D31C33B-3337-4B76-902F-D05DC4C29561}" dt="2026-08-30T18:54:01.038" v="706" actId="20577"/>
          <ac:graphicFrameMkLst>
            <pc:docMk/>
            <pc:sldMk cId="161138116" sldId="553"/>
            <ac:graphicFrameMk id="6" creationId="{F6A7DD1E-89BB-B997-2892-7ECF5852F6BA}"/>
          </ac:graphicFrameMkLst>
        </pc:graphicFrameChg>
      </pc:sldChg>
      <pc:sldChg chg="modSp mod setBg">
        <pc:chgData name="Maxwell Blessing" userId="219a9550-696d-4c0e-9e50-148baa809298" providerId="ADAL" clId="{5D31C33B-3337-4B76-902F-D05DC4C29561}" dt="2026-08-30T18:52:12.063" v="699" actId="20577"/>
        <pc:sldMkLst>
          <pc:docMk/>
          <pc:sldMk cId="121332486" sldId="554"/>
        </pc:sldMkLst>
        <pc:graphicFrameChg chg="modGraphic">
          <ac:chgData name="Maxwell Blessing" userId="219a9550-696d-4c0e-9e50-148baa809298" providerId="ADAL" clId="{5D31C33B-3337-4B76-902F-D05DC4C29561}" dt="2026-08-30T18:52:12.063" v="699" actId="20577"/>
          <ac:graphicFrameMkLst>
            <pc:docMk/>
            <pc:sldMk cId="121332486" sldId="554"/>
            <ac:graphicFrameMk id="18" creationId="{696A1918-0ED0-0C04-A7FA-A9BDE8FB57CC}"/>
          </ac:graphicFrameMkLst>
        </pc:graphicFrameChg>
      </pc:sldChg>
      <pc:sldChg chg="addSp delSp modSp mod setBg">
        <pc:chgData name="Maxwell Blessing" userId="219a9550-696d-4c0e-9e50-148baa809298" providerId="ADAL" clId="{5D31C33B-3337-4B76-902F-D05DC4C29561}" dt="2026-08-30T18:47:37.808" v="518"/>
        <pc:sldMkLst>
          <pc:docMk/>
          <pc:sldMk cId="3539874849" sldId="555"/>
        </pc:sldMkLst>
        <pc:spChg chg="add del mod">
          <ac:chgData name="Maxwell Blessing" userId="219a9550-696d-4c0e-9e50-148baa809298" providerId="ADAL" clId="{5D31C33B-3337-4B76-902F-D05DC4C29561}" dt="2026-08-30T18:47:37.808" v="518"/>
          <ac:spMkLst>
            <pc:docMk/>
            <pc:sldMk cId="3539874849" sldId="555"/>
            <ac:spMk id="3" creationId="{2E75F493-691D-053D-5E36-B0BF1E97285D}"/>
          </ac:spMkLst>
        </pc:spChg>
        <pc:graphicFrameChg chg="mod">
          <ac:chgData name="Maxwell Blessing" userId="219a9550-696d-4c0e-9e50-148baa809298" providerId="ADAL" clId="{5D31C33B-3337-4B76-902F-D05DC4C29561}" dt="2026-08-30T18:47:36.463" v="516" actId="12100"/>
          <ac:graphicFrameMkLst>
            <pc:docMk/>
            <pc:sldMk cId="3539874849" sldId="555"/>
            <ac:graphicFrameMk id="6" creationId="{CBAFEBD2-DD66-06B0-1284-D9025B2BA7CA}"/>
          </ac:graphicFrameMkLst>
        </pc:graphicFrameChg>
      </pc:sldChg>
      <pc:sldChg chg="modSp setBg">
        <pc:chgData name="Maxwell Blessing" userId="219a9550-696d-4c0e-9e50-148baa809298" providerId="ADAL" clId="{5D31C33B-3337-4B76-902F-D05DC4C29561}" dt="2026-08-30T19:29:56.825" v="1051" actId="208"/>
        <pc:sldMkLst>
          <pc:docMk/>
          <pc:sldMk cId="65021963" sldId="556"/>
        </pc:sldMkLst>
        <pc:graphicFrameChg chg="mod">
          <ac:chgData name="Maxwell Blessing" userId="219a9550-696d-4c0e-9e50-148baa809298" providerId="ADAL" clId="{5D31C33B-3337-4B76-902F-D05DC4C29561}" dt="2026-08-30T19:29:56.825" v="1051" actId="208"/>
          <ac:graphicFrameMkLst>
            <pc:docMk/>
            <pc:sldMk cId="65021963" sldId="556"/>
            <ac:graphicFrameMk id="6" creationId="{4FC8DCB7-E58A-B88F-8A93-A70CEAAF40D1}"/>
          </ac:graphicFrameMkLst>
        </pc:graphicFrameChg>
      </pc:sldChg>
      <pc:sldChg chg="delSp modSp mod setBg">
        <pc:chgData name="Maxwell Blessing" userId="219a9550-696d-4c0e-9e50-148baa809298" providerId="ADAL" clId="{5D31C33B-3337-4B76-902F-D05DC4C29561}" dt="2026-08-30T19:20:38.628" v="1050" actId="12093"/>
        <pc:sldMkLst>
          <pc:docMk/>
          <pc:sldMk cId="3087577354" sldId="557"/>
        </pc:sldMkLst>
        <pc:spChg chg="del">
          <ac:chgData name="Maxwell Blessing" userId="219a9550-696d-4c0e-9e50-148baa809298" providerId="ADAL" clId="{5D31C33B-3337-4B76-902F-D05DC4C29561}" dt="2026-08-30T18:42:12.019" v="470" actId="478"/>
          <ac:spMkLst>
            <pc:docMk/>
            <pc:sldMk cId="3087577354" sldId="557"/>
            <ac:spMk id="10" creationId="{ED28C2C1-D3A7-9A5E-E320-A827285B4B69}"/>
          </ac:spMkLst>
        </pc:spChg>
        <pc:graphicFrameChg chg="mod">
          <ac:chgData name="Maxwell Blessing" userId="219a9550-696d-4c0e-9e50-148baa809298" providerId="ADAL" clId="{5D31C33B-3337-4B76-902F-D05DC4C29561}" dt="2026-08-30T19:20:38.628" v="1050" actId="12093"/>
          <ac:graphicFrameMkLst>
            <pc:docMk/>
            <pc:sldMk cId="3087577354" sldId="557"/>
            <ac:graphicFrameMk id="6" creationId="{0B19B898-7C08-C739-D877-B713CFC1EF34}"/>
          </ac:graphicFrameMkLst>
        </pc:graphicFrameChg>
      </pc:sldChg>
      <pc:sldChg chg="modSp mod setBg">
        <pc:chgData name="Maxwell Blessing" userId="219a9550-696d-4c0e-9e50-148baa809298" providerId="ADAL" clId="{5D31C33B-3337-4B76-902F-D05DC4C29561}" dt="2026-08-30T18:45:44.350" v="512" actId="20577"/>
        <pc:sldMkLst>
          <pc:docMk/>
          <pc:sldMk cId="524373755" sldId="558"/>
        </pc:sldMkLst>
        <pc:spChg chg="mod">
          <ac:chgData name="Maxwell Blessing" userId="219a9550-696d-4c0e-9e50-148baa809298" providerId="ADAL" clId="{5D31C33B-3337-4B76-902F-D05DC4C29561}" dt="2026-08-30T18:45:44.350" v="512" actId="20577"/>
          <ac:spMkLst>
            <pc:docMk/>
            <pc:sldMk cId="524373755" sldId="558"/>
            <ac:spMk id="3" creationId="{ECFD0E8B-8DD7-2342-A50D-2190969F33FD}"/>
          </ac:spMkLst>
        </pc:spChg>
      </pc:sldChg>
      <pc:sldChg chg="setBg">
        <pc:chgData name="Maxwell Blessing" userId="219a9550-696d-4c0e-9e50-148baa809298" providerId="ADAL" clId="{5D31C33B-3337-4B76-902F-D05DC4C29561}" dt="2026-08-30T18:22:36.914" v="7"/>
        <pc:sldMkLst>
          <pc:docMk/>
          <pc:sldMk cId="918542710" sldId="560"/>
        </pc:sldMkLst>
      </pc:sldChg>
      <pc:sldChg chg="addSp delSp modSp new mod modClrScheme chgLayout">
        <pc:chgData name="Maxwell Blessing" userId="219a9550-696d-4c0e-9e50-148baa809298" providerId="ADAL" clId="{5D31C33B-3337-4B76-902F-D05DC4C29561}" dt="2026-08-30T18:44:56.014" v="485" actId="14100"/>
        <pc:sldMkLst>
          <pc:docMk/>
          <pc:sldMk cId="1088789151" sldId="561"/>
        </pc:sldMkLst>
        <pc:spChg chg="mod">
          <ac:chgData name="Maxwell Blessing" userId="219a9550-696d-4c0e-9e50-148baa809298" providerId="ADAL" clId="{5D31C33B-3337-4B76-902F-D05DC4C29561}" dt="2026-08-30T18:44:04.223" v="477" actId="26606"/>
          <ac:spMkLst>
            <pc:docMk/>
            <pc:sldMk cId="1088789151" sldId="561"/>
            <ac:spMk id="2" creationId="{6AA24E6C-33A6-A6AC-43A1-A000BE8C91F6}"/>
          </ac:spMkLst>
        </pc:spChg>
        <pc:spChg chg="del mod">
          <ac:chgData name="Maxwell Blessing" userId="219a9550-696d-4c0e-9e50-148baa809298" providerId="ADAL" clId="{5D31C33B-3337-4B76-902F-D05DC4C29561}" dt="2026-08-30T18:44:04.223" v="477" actId="26606"/>
          <ac:spMkLst>
            <pc:docMk/>
            <pc:sldMk cId="1088789151" sldId="561"/>
            <ac:spMk id="3" creationId="{19C6C01B-86B4-265E-E0F5-F8705A0CF802}"/>
          </ac:spMkLst>
        </pc:spChg>
        <pc:spChg chg="mod">
          <ac:chgData name="Maxwell Blessing" userId="219a9550-696d-4c0e-9e50-148baa809298" providerId="ADAL" clId="{5D31C33B-3337-4B76-902F-D05DC4C29561}" dt="2026-08-30T18:44:04.223" v="477" actId="26606"/>
          <ac:spMkLst>
            <pc:docMk/>
            <pc:sldMk cId="1088789151" sldId="561"/>
            <ac:spMk id="4" creationId="{91F7D645-4352-AADB-2BD8-FA2DA84F8EB2}"/>
          </ac:spMkLst>
        </pc:spChg>
        <pc:spChg chg="add del mod">
          <ac:chgData name="Maxwell Blessing" userId="219a9550-696d-4c0e-9e50-148baa809298" providerId="ADAL" clId="{5D31C33B-3337-4B76-902F-D05DC4C29561}" dt="2026-08-30T18:44:07.821" v="478" actId="478"/>
          <ac:spMkLst>
            <pc:docMk/>
            <pc:sldMk cId="1088789151" sldId="561"/>
            <ac:spMk id="10" creationId="{7960EDD6-7AE1-4DF8-F068-49297580111D}"/>
          </ac:spMkLst>
        </pc:spChg>
        <pc:graphicFrameChg chg="add mod">
          <ac:chgData name="Maxwell Blessing" userId="219a9550-696d-4c0e-9e50-148baa809298" providerId="ADAL" clId="{5D31C33B-3337-4B76-902F-D05DC4C29561}" dt="2026-08-30T18:44:56.014" v="485" actId="14100"/>
          <ac:graphicFrameMkLst>
            <pc:docMk/>
            <pc:sldMk cId="1088789151" sldId="561"/>
            <ac:graphicFrameMk id="6" creationId="{D8F6EF6D-A52D-80C2-5271-12A55196F44C}"/>
          </ac:graphicFrameMkLst>
        </pc:graphicFrameChg>
      </pc:sldChg>
      <pc:sldChg chg="addSp delSp modSp new mod">
        <pc:chgData name="Maxwell Blessing" userId="219a9550-696d-4c0e-9e50-148baa809298" providerId="ADAL" clId="{5D31C33B-3337-4B76-902F-D05DC4C29561}" dt="2026-08-30T19:16:48.839" v="1039" actId="207"/>
        <pc:sldMkLst>
          <pc:docMk/>
          <pc:sldMk cId="2043143817" sldId="562"/>
        </pc:sldMkLst>
        <pc:spChg chg="mod">
          <ac:chgData name="Maxwell Blessing" userId="219a9550-696d-4c0e-9e50-148baa809298" providerId="ADAL" clId="{5D31C33B-3337-4B76-902F-D05DC4C29561}" dt="2026-08-30T18:54:54.515" v="731" actId="20577"/>
          <ac:spMkLst>
            <pc:docMk/>
            <pc:sldMk cId="2043143817" sldId="562"/>
            <ac:spMk id="2" creationId="{57B3948F-EA78-CA05-813D-76CA7C58FB38}"/>
          </ac:spMkLst>
        </pc:spChg>
        <pc:spChg chg="del mod">
          <ac:chgData name="Maxwell Blessing" userId="219a9550-696d-4c0e-9e50-148baa809298" providerId="ADAL" clId="{5D31C33B-3337-4B76-902F-D05DC4C29561}" dt="2026-08-30T19:09:48.620" v="997" actId="478"/>
          <ac:spMkLst>
            <pc:docMk/>
            <pc:sldMk cId="2043143817" sldId="562"/>
            <ac:spMk id="3" creationId="{6C7C73A7-B446-FEF5-41AE-137E9A7F5F78}"/>
          </ac:spMkLst>
        </pc:spChg>
        <pc:spChg chg="add del mod">
          <ac:chgData name="Maxwell Blessing" userId="219a9550-696d-4c0e-9e50-148baa809298" providerId="ADAL" clId="{5D31C33B-3337-4B76-902F-D05DC4C29561}" dt="2026-08-30T19:09:24.804" v="994" actId="478"/>
          <ac:spMkLst>
            <pc:docMk/>
            <pc:sldMk cId="2043143817" sldId="562"/>
            <ac:spMk id="6" creationId="{4DD06F26-8085-73C7-B3FF-E1481AF70FC1}"/>
          </ac:spMkLst>
        </pc:spChg>
        <pc:spChg chg="add mod">
          <ac:chgData name="Maxwell Blessing" userId="219a9550-696d-4c0e-9e50-148baa809298" providerId="ADAL" clId="{5D31C33B-3337-4B76-902F-D05DC4C29561}" dt="2026-08-30T19:13:00.958" v="1030" actId="1076"/>
          <ac:spMkLst>
            <pc:docMk/>
            <pc:sldMk cId="2043143817" sldId="562"/>
            <ac:spMk id="8" creationId="{B93CF36B-0CC6-EFD6-7167-998C5E10545B}"/>
          </ac:spMkLst>
        </pc:spChg>
        <pc:spChg chg="add del mod">
          <ac:chgData name="Maxwell Blessing" userId="219a9550-696d-4c0e-9e50-148baa809298" providerId="ADAL" clId="{5D31C33B-3337-4B76-902F-D05DC4C29561}" dt="2026-08-30T19:12:35.049" v="1026"/>
          <ac:spMkLst>
            <pc:docMk/>
            <pc:sldMk cId="2043143817" sldId="562"/>
            <ac:spMk id="10" creationId="{ACC1986C-A174-453C-2784-F6EDD0282824}"/>
          </ac:spMkLst>
        </pc:spChg>
        <pc:spChg chg="add del mod">
          <ac:chgData name="Maxwell Blessing" userId="219a9550-696d-4c0e-9e50-148baa809298" providerId="ADAL" clId="{5D31C33B-3337-4B76-902F-D05DC4C29561}" dt="2026-08-30T19:12:52.653" v="1029" actId="478"/>
          <ac:spMkLst>
            <pc:docMk/>
            <pc:sldMk cId="2043143817" sldId="562"/>
            <ac:spMk id="12" creationId="{64732AC4-6707-BCC0-CF5A-2CC7BC9C2CF2}"/>
          </ac:spMkLst>
        </pc:spChg>
        <pc:spChg chg="add del mod">
          <ac:chgData name="Maxwell Blessing" userId="219a9550-696d-4c0e-9e50-148baa809298" providerId="ADAL" clId="{5D31C33B-3337-4B76-902F-D05DC4C29561}" dt="2026-08-30T19:07:25.642" v="923" actId="478"/>
          <ac:spMkLst>
            <pc:docMk/>
            <pc:sldMk cId="2043143817" sldId="562"/>
            <ac:spMk id="16" creationId="{44A07FA7-8956-6A11-4850-0AADD02FE703}"/>
          </ac:spMkLst>
        </pc:spChg>
        <pc:spChg chg="add del">
          <ac:chgData name="Maxwell Blessing" userId="219a9550-696d-4c0e-9e50-148baa809298" providerId="ADAL" clId="{5D31C33B-3337-4B76-902F-D05DC4C29561}" dt="2026-08-30T19:07:30.796" v="925" actId="478"/>
          <ac:spMkLst>
            <pc:docMk/>
            <pc:sldMk cId="2043143817" sldId="562"/>
            <ac:spMk id="18" creationId="{8195CAA8-6AB3-26D5-2D75-A783222A973A}"/>
          </ac:spMkLst>
        </pc:spChg>
        <pc:spChg chg="add del">
          <ac:chgData name="Maxwell Blessing" userId="219a9550-696d-4c0e-9e50-148baa809298" providerId="ADAL" clId="{5D31C33B-3337-4B76-902F-D05DC4C29561}" dt="2026-08-30T19:07:28.264" v="924" actId="478"/>
          <ac:spMkLst>
            <pc:docMk/>
            <pc:sldMk cId="2043143817" sldId="562"/>
            <ac:spMk id="20" creationId="{5311046F-C92E-8451-B71A-24B70A0FAE0C}"/>
          </ac:spMkLst>
        </pc:spChg>
        <pc:spChg chg="add del">
          <ac:chgData name="Maxwell Blessing" userId="219a9550-696d-4c0e-9e50-148baa809298" providerId="ADAL" clId="{5D31C33B-3337-4B76-902F-D05DC4C29561}" dt="2026-08-30T19:06:56.421" v="912" actId="22"/>
          <ac:spMkLst>
            <pc:docMk/>
            <pc:sldMk cId="2043143817" sldId="562"/>
            <ac:spMk id="22" creationId="{2F4A8565-26BA-1FF9-BDF7-FF104F7A6A2F}"/>
          </ac:spMkLst>
        </pc:spChg>
        <pc:spChg chg="add del">
          <ac:chgData name="Maxwell Blessing" userId="219a9550-696d-4c0e-9e50-148baa809298" providerId="ADAL" clId="{5D31C33B-3337-4B76-902F-D05DC4C29561}" dt="2026-08-30T19:06:56.421" v="912" actId="22"/>
          <ac:spMkLst>
            <pc:docMk/>
            <pc:sldMk cId="2043143817" sldId="562"/>
            <ac:spMk id="24" creationId="{52AF3F7F-80EF-CB60-D3AB-CF64BF5AF3C7}"/>
          </ac:spMkLst>
        </pc:spChg>
        <pc:spChg chg="add del">
          <ac:chgData name="Maxwell Blessing" userId="219a9550-696d-4c0e-9e50-148baa809298" providerId="ADAL" clId="{5D31C33B-3337-4B76-902F-D05DC4C29561}" dt="2026-08-30T19:06:56.421" v="912" actId="22"/>
          <ac:spMkLst>
            <pc:docMk/>
            <pc:sldMk cId="2043143817" sldId="562"/>
            <ac:spMk id="26" creationId="{F92CEBE6-AABA-9CEE-9A6F-6CA0FCC19890}"/>
          </ac:spMkLst>
        </pc:spChg>
        <pc:spChg chg="add del">
          <ac:chgData name="Maxwell Blessing" userId="219a9550-696d-4c0e-9e50-148baa809298" providerId="ADAL" clId="{5D31C33B-3337-4B76-902F-D05DC4C29561}" dt="2026-08-30T19:07:01.696" v="914" actId="22"/>
          <ac:spMkLst>
            <pc:docMk/>
            <pc:sldMk cId="2043143817" sldId="562"/>
            <ac:spMk id="28" creationId="{12029705-7459-4C3F-BA5D-09C3CB6B80B1}"/>
          </ac:spMkLst>
        </pc:spChg>
        <pc:spChg chg="add del">
          <ac:chgData name="Maxwell Blessing" userId="219a9550-696d-4c0e-9e50-148baa809298" providerId="ADAL" clId="{5D31C33B-3337-4B76-902F-D05DC4C29561}" dt="2026-08-30T19:07:01.696" v="914" actId="22"/>
          <ac:spMkLst>
            <pc:docMk/>
            <pc:sldMk cId="2043143817" sldId="562"/>
            <ac:spMk id="30" creationId="{819E1B58-C354-1F58-EBD0-367946700A09}"/>
          </ac:spMkLst>
        </pc:spChg>
        <pc:spChg chg="add del">
          <ac:chgData name="Maxwell Blessing" userId="219a9550-696d-4c0e-9e50-148baa809298" providerId="ADAL" clId="{5D31C33B-3337-4B76-902F-D05DC4C29561}" dt="2026-08-30T19:07:01.696" v="914" actId="22"/>
          <ac:spMkLst>
            <pc:docMk/>
            <pc:sldMk cId="2043143817" sldId="562"/>
            <ac:spMk id="32" creationId="{4F9EF53F-DC6C-0642-998D-C99B5B02A8A8}"/>
          </ac:spMkLst>
        </pc:spChg>
        <pc:spChg chg="add del mod">
          <ac:chgData name="Maxwell Blessing" userId="219a9550-696d-4c0e-9e50-148baa809298" providerId="ADAL" clId="{5D31C33B-3337-4B76-902F-D05DC4C29561}" dt="2026-08-30T19:11:15.172" v="1010" actId="478"/>
          <ac:spMkLst>
            <pc:docMk/>
            <pc:sldMk cId="2043143817" sldId="562"/>
            <ac:spMk id="34" creationId="{2CF8B0EB-8DCF-255A-A6FB-2FF852778FC7}"/>
          </ac:spMkLst>
        </pc:spChg>
        <pc:spChg chg="add mod">
          <ac:chgData name="Maxwell Blessing" userId="219a9550-696d-4c0e-9e50-148baa809298" providerId="ADAL" clId="{5D31C33B-3337-4B76-902F-D05DC4C29561}" dt="2026-08-30T19:10:58.363" v="1008" actId="14100"/>
          <ac:spMkLst>
            <pc:docMk/>
            <pc:sldMk cId="2043143817" sldId="562"/>
            <ac:spMk id="36" creationId="{013A970F-209A-21B5-041F-511694C4E966}"/>
          </ac:spMkLst>
        </pc:spChg>
        <pc:spChg chg="add mod">
          <ac:chgData name="Maxwell Blessing" userId="219a9550-696d-4c0e-9e50-148baa809298" providerId="ADAL" clId="{5D31C33B-3337-4B76-902F-D05DC4C29561}" dt="2026-08-30T19:10:58.363" v="1008" actId="14100"/>
          <ac:spMkLst>
            <pc:docMk/>
            <pc:sldMk cId="2043143817" sldId="562"/>
            <ac:spMk id="38" creationId="{7A2FA4A2-0FD3-13B4-F847-0FC7EDEDBEEC}"/>
          </ac:spMkLst>
        </pc:spChg>
        <pc:spChg chg="add del mod">
          <ac:chgData name="Maxwell Blessing" userId="219a9550-696d-4c0e-9e50-148baa809298" providerId="ADAL" clId="{5D31C33B-3337-4B76-902F-D05DC4C29561}" dt="2026-08-30T19:11:20.153" v="1011" actId="478"/>
          <ac:spMkLst>
            <pc:docMk/>
            <pc:sldMk cId="2043143817" sldId="562"/>
            <ac:spMk id="40" creationId="{9CE0DFC8-FC50-2D56-210E-8C3908DC4891}"/>
          </ac:spMkLst>
        </pc:spChg>
        <pc:spChg chg="add mod">
          <ac:chgData name="Maxwell Blessing" userId="219a9550-696d-4c0e-9e50-148baa809298" providerId="ADAL" clId="{5D31C33B-3337-4B76-902F-D05DC4C29561}" dt="2026-08-30T19:10:58.363" v="1008" actId="14100"/>
          <ac:spMkLst>
            <pc:docMk/>
            <pc:sldMk cId="2043143817" sldId="562"/>
            <ac:spMk id="42" creationId="{37A63BAA-B308-20E8-C6E8-3246ACB6195F}"/>
          </ac:spMkLst>
        </pc:spChg>
        <pc:spChg chg="add mod">
          <ac:chgData name="Maxwell Blessing" userId="219a9550-696d-4c0e-9e50-148baa809298" providerId="ADAL" clId="{5D31C33B-3337-4B76-902F-D05DC4C29561}" dt="2026-08-30T19:12:43.565" v="1027" actId="14100"/>
          <ac:spMkLst>
            <pc:docMk/>
            <pc:sldMk cId="2043143817" sldId="562"/>
            <ac:spMk id="44" creationId="{CEC4294A-0AA4-D243-ACD0-05D7B7147586}"/>
          </ac:spMkLst>
        </pc:spChg>
        <pc:spChg chg="add mod">
          <ac:chgData name="Maxwell Blessing" userId="219a9550-696d-4c0e-9e50-148baa809298" providerId="ADAL" clId="{5D31C33B-3337-4B76-902F-D05DC4C29561}" dt="2026-08-30T19:16:48.839" v="1039" actId="207"/>
          <ac:spMkLst>
            <pc:docMk/>
            <pc:sldMk cId="2043143817" sldId="562"/>
            <ac:spMk id="45" creationId="{DA3F2F73-F6B8-A44C-4A26-A64638451F53}"/>
          </ac:spMkLst>
        </pc:spChg>
      </pc:sldChg>
      <pc:sldChg chg="modSp new del mod">
        <pc:chgData name="Maxwell Blessing" userId="219a9550-696d-4c0e-9e50-148baa809298" providerId="ADAL" clId="{5D31C33B-3337-4B76-902F-D05DC4C29561}" dt="2026-08-30T18:42:04.002" v="469" actId="2696"/>
        <pc:sldMkLst>
          <pc:docMk/>
          <pc:sldMk cId="3103252230" sldId="562"/>
        </pc:sldMkLst>
        <pc:spChg chg="mod">
          <ac:chgData name="Maxwell Blessing" userId="219a9550-696d-4c0e-9e50-148baa809298" providerId="ADAL" clId="{5D31C33B-3337-4B76-902F-D05DC4C29561}" dt="2026-08-30T18:41:57.177" v="468" actId="20577"/>
          <ac:spMkLst>
            <pc:docMk/>
            <pc:sldMk cId="3103252230" sldId="562"/>
            <ac:spMk id="2" creationId="{23266BDE-AE57-C1E4-7685-D8EA64F2E424}"/>
          </ac:spMkLst>
        </pc:spChg>
      </pc:sldChg>
      <pc:sldChg chg="addSp delSp modSp new mod">
        <pc:chgData name="Maxwell Blessing" userId="219a9550-696d-4c0e-9e50-148baa809298" providerId="ADAL" clId="{5D31C33B-3337-4B76-902F-D05DC4C29561}" dt="2026-08-30T19:17:59.299" v="1046" actId="1076"/>
        <pc:sldMkLst>
          <pc:docMk/>
          <pc:sldMk cId="550832452" sldId="563"/>
        </pc:sldMkLst>
        <pc:spChg chg="mod">
          <ac:chgData name="Maxwell Blessing" userId="219a9550-696d-4c0e-9e50-148baa809298" providerId="ADAL" clId="{5D31C33B-3337-4B76-902F-D05DC4C29561}" dt="2026-08-30T19:01:13.810" v="859" actId="404"/>
          <ac:spMkLst>
            <pc:docMk/>
            <pc:sldMk cId="550832452" sldId="563"/>
            <ac:spMk id="2" creationId="{3CD6E437-8291-D4E4-819B-137CB59FD816}"/>
          </ac:spMkLst>
        </pc:spChg>
        <pc:spChg chg="mod">
          <ac:chgData name="Maxwell Blessing" userId="219a9550-696d-4c0e-9e50-148baa809298" providerId="ADAL" clId="{5D31C33B-3337-4B76-902F-D05DC4C29561}" dt="2026-08-30T19:01:38.948" v="900" actId="20577"/>
          <ac:spMkLst>
            <pc:docMk/>
            <pc:sldMk cId="550832452" sldId="563"/>
            <ac:spMk id="3" creationId="{AB32D447-9AA7-48A4-3911-C3846CF75192}"/>
          </ac:spMkLst>
        </pc:spChg>
        <pc:spChg chg="add del">
          <ac:chgData name="Maxwell Blessing" userId="219a9550-696d-4c0e-9e50-148baa809298" providerId="ADAL" clId="{5D31C33B-3337-4B76-902F-D05DC4C29561}" dt="2026-08-30T18:58:35.737" v="734" actId="22"/>
          <ac:spMkLst>
            <pc:docMk/>
            <pc:sldMk cId="550832452" sldId="563"/>
            <ac:spMk id="8" creationId="{E08D4954-68AD-2D12-2555-506E369686B7}"/>
          </ac:spMkLst>
        </pc:spChg>
        <pc:spChg chg="add del">
          <ac:chgData name="Maxwell Blessing" userId="219a9550-696d-4c0e-9e50-148baa809298" providerId="ADAL" clId="{5D31C33B-3337-4B76-902F-D05DC4C29561}" dt="2026-08-30T18:58:35.737" v="734" actId="22"/>
          <ac:spMkLst>
            <pc:docMk/>
            <pc:sldMk cId="550832452" sldId="563"/>
            <ac:spMk id="10" creationId="{3EF9886A-CCEB-99C0-131C-594B4A045D92}"/>
          </ac:spMkLst>
        </pc:spChg>
        <pc:spChg chg="add del">
          <ac:chgData name="Maxwell Blessing" userId="219a9550-696d-4c0e-9e50-148baa809298" providerId="ADAL" clId="{5D31C33B-3337-4B76-902F-D05DC4C29561}" dt="2026-08-30T18:58:35.737" v="734" actId="22"/>
          <ac:spMkLst>
            <pc:docMk/>
            <pc:sldMk cId="550832452" sldId="563"/>
            <ac:spMk id="12" creationId="{8838AB3C-D4FF-38B5-8968-39DD07CC6F3F}"/>
          </ac:spMkLst>
        </pc:spChg>
        <pc:spChg chg="add del">
          <ac:chgData name="Maxwell Blessing" userId="219a9550-696d-4c0e-9e50-148baa809298" providerId="ADAL" clId="{5D31C33B-3337-4B76-902F-D05DC4C29561}" dt="2026-08-30T18:58:35.737" v="734" actId="22"/>
          <ac:spMkLst>
            <pc:docMk/>
            <pc:sldMk cId="550832452" sldId="563"/>
            <ac:spMk id="14" creationId="{2359D55E-BB88-8246-E239-01D3AA71BDAB}"/>
          </ac:spMkLst>
        </pc:spChg>
        <pc:spChg chg="add del">
          <ac:chgData name="Maxwell Blessing" userId="219a9550-696d-4c0e-9e50-148baa809298" providerId="ADAL" clId="{5D31C33B-3337-4B76-902F-D05DC4C29561}" dt="2026-08-30T18:58:35.737" v="734" actId="22"/>
          <ac:spMkLst>
            <pc:docMk/>
            <pc:sldMk cId="550832452" sldId="563"/>
            <ac:spMk id="16" creationId="{A8A5EE9C-AF8A-D83C-2802-A96CED1A39FA}"/>
          </ac:spMkLst>
        </pc:spChg>
        <pc:spChg chg="add del">
          <ac:chgData name="Maxwell Blessing" userId="219a9550-696d-4c0e-9e50-148baa809298" providerId="ADAL" clId="{5D31C33B-3337-4B76-902F-D05DC4C29561}" dt="2026-08-30T18:58:35.737" v="734" actId="22"/>
          <ac:spMkLst>
            <pc:docMk/>
            <pc:sldMk cId="550832452" sldId="563"/>
            <ac:spMk id="18" creationId="{84A7683A-B3BE-7A12-D022-B210FE201933}"/>
          </ac:spMkLst>
        </pc:spChg>
        <pc:spChg chg="add del">
          <ac:chgData name="Maxwell Blessing" userId="219a9550-696d-4c0e-9e50-148baa809298" providerId="ADAL" clId="{5D31C33B-3337-4B76-902F-D05DC4C29561}" dt="2026-08-30T18:58:35.737" v="734" actId="22"/>
          <ac:spMkLst>
            <pc:docMk/>
            <pc:sldMk cId="550832452" sldId="563"/>
            <ac:spMk id="20" creationId="{82817432-A6EA-F7A6-EC6D-AB2F9CFD2790}"/>
          </ac:spMkLst>
        </pc:spChg>
        <pc:spChg chg="add del">
          <ac:chgData name="Maxwell Blessing" userId="219a9550-696d-4c0e-9e50-148baa809298" providerId="ADAL" clId="{5D31C33B-3337-4B76-902F-D05DC4C29561}" dt="2026-08-30T18:58:35.737" v="734" actId="22"/>
          <ac:spMkLst>
            <pc:docMk/>
            <pc:sldMk cId="550832452" sldId="563"/>
            <ac:spMk id="22" creationId="{BC05CFE6-7648-DE73-60C0-1C3337F87386}"/>
          </ac:spMkLst>
        </pc:spChg>
        <pc:spChg chg="add del">
          <ac:chgData name="Maxwell Blessing" userId="219a9550-696d-4c0e-9e50-148baa809298" providerId="ADAL" clId="{5D31C33B-3337-4B76-902F-D05DC4C29561}" dt="2026-08-30T18:58:35.737" v="734" actId="22"/>
          <ac:spMkLst>
            <pc:docMk/>
            <pc:sldMk cId="550832452" sldId="563"/>
            <ac:spMk id="24" creationId="{E2351D07-B99C-C80C-1230-F9402964BF0E}"/>
          </ac:spMkLst>
        </pc:spChg>
        <pc:spChg chg="add del">
          <ac:chgData name="Maxwell Blessing" userId="219a9550-696d-4c0e-9e50-148baa809298" providerId="ADAL" clId="{5D31C33B-3337-4B76-902F-D05DC4C29561}" dt="2026-08-30T18:58:35.737" v="734" actId="22"/>
          <ac:spMkLst>
            <pc:docMk/>
            <pc:sldMk cId="550832452" sldId="563"/>
            <ac:spMk id="28" creationId="{99CF8CAA-7B39-69CA-3E36-F1F5D0D2CD7D}"/>
          </ac:spMkLst>
        </pc:spChg>
        <pc:spChg chg="add mod">
          <ac:chgData name="Maxwell Blessing" userId="219a9550-696d-4c0e-9e50-148baa809298" providerId="ADAL" clId="{5D31C33B-3337-4B76-902F-D05DC4C29561}" dt="2026-08-30T19:17:10.529" v="1040" actId="14100"/>
          <ac:spMkLst>
            <pc:docMk/>
            <pc:sldMk cId="550832452" sldId="563"/>
            <ac:spMk id="32" creationId="{82A77C99-D159-F653-9DB2-A28BD6E49137}"/>
          </ac:spMkLst>
        </pc:spChg>
        <pc:spChg chg="add mod">
          <ac:chgData name="Maxwell Blessing" userId="219a9550-696d-4c0e-9e50-148baa809298" providerId="ADAL" clId="{5D31C33B-3337-4B76-902F-D05DC4C29561}" dt="2026-08-30T19:17:10.529" v="1040" actId="14100"/>
          <ac:spMkLst>
            <pc:docMk/>
            <pc:sldMk cId="550832452" sldId="563"/>
            <ac:spMk id="34" creationId="{09FB0CCC-69F9-F668-9B74-E7AFAEDA4A1F}"/>
          </ac:spMkLst>
        </pc:spChg>
        <pc:spChg chg="add mod">
          <ac:chgData name="Maxwell Blessing" userId="219a9550-696d-4c0e-9e50-148baa809298" providerId="ADAL" clId="{5D31C33B-3337-4B76-902F-D05DC4C29561}" dt="2026-08-30T19:17:10.529" v="1040" actId="14100"/>
          <ac:spMkLst>
            <pc:docMk/>
            <pc:sldMk cId="550832452" sldId="563"/>
            <ac:spMk id="36" creationId="{AB81F123-04C5-7299-EB0B-9311D39FA9E4}"/>
          </ac:spMkLst>
        </pc:spChg>
        <pc:spChg chg="add mod">
          <ac:chgData name="Maxwell Blessing" userId="219a9550-696d-4c0e-9e50-148baa809298" providerId="ADAL" clId="{5D31C33B-3337-4B76-902F-D05DC4C29561}" dt="2026-08-30T19:17:10.529" v="1040" actId="14100"/>
          <ac:spMkLst>
            <pc:docMk/>
            <pc:sldMk cId="550832452" sldId="563"/>
            <ac:spMk id="38" creationId="{75502689-6C11-60A7-BEF0-77AEF295537B}"/>
          </ac:spMkLst>
        </pc:spChg>
        <pc:spChg chg="add mod">
          <ac:chgData name="Maxwell Blessing" userId="219a9550-696d-4c0e-9e50-148baa809298" providerId="ADAL" clId="{5D31C33B-3337-4B76-902F-D05DC4C29561}" dt="2026-08-30T19:17:41.593" v="1044" actId="1076"/>
          <ac:spMkLst>
            <pc:docMk/>
            <pc:sldMk cId="550832452" sldId="563"/>
            <ac:spMk id="40" creationId="{14912361-4144-950F-4B34-49301A87E014}"/>
          </ac:spMkLst>
        </pc:spChg>
        <pc:spChg chg="add mod">
          <ac:chgData name="Maxwell Blessing" userId="219a9550-696d-4c0e-9e50-148baa809298" providerId="ADAL" clId="{5D31C33B-3337-4B76-902F-D05DC4C29561}" dt="2026-08-30T19:17:41.593" v="1044" actId="1076"/>
          <ac:spMkLst>
            <pc:docMk/>
            <pc:sldMk cId="550832452" sldId="563"/>
            <ac:spMk id="42" creationId="{ABB54E50-BDF3-6F70-8139-6A30C70EED19}"/>
          </ac:spMkLst>
        </pc:spChg>
        <pc:spChg chg="add mod">
          <ac:chgData name="Maxwell Blessing" userId="219a9550-696d-4c0e-9e50-148baa809298" providerId="ADAL" clId="{5D31C33B-3337-4B76-902F-D05DC4C29561}" dt="2026-08-30T19:17:59.299" v="1046" actId="1076"/>
          <ac:spMkLst>
            <pc:docMk/>
            <pc:sldMk cId="550832452" sldId="563"/>
            <ac:spMk id="44" creationId="{B9214EBC-A297-680F-BC96-B6AEB4EFF921}"/>
          </ac:spMkLst>
        </pc:spChg>
        <pc:spChg chg="add mod">
          <ac:chgData name="Maxwell Blessing" userId="219a9550-696d-4c0e-9e50-148baa809298" providerId="ADAL" clId="{5D31C33B-3337-4B76-902F-D05DC4C29561}" dt="2026-08-30T19:17:54.455" v="1045" actId="1076"/>
          <ac:spMkLst>
            <pc:docMk/>
            <pc:sldMk cId="550832452" sldId="563"/>
            <ac:spMk id="46" creationId="{65B66F28-15F4-536F-5F8A-12C3C408536F}"/>
          </ac:spMkLst>
        </pc:spChg>
      </pc:sldChg>
    </pc:docChg>
  </pc:docChgLst>
  <pc:docChgLst>
    <pc:chgData name="Maxwell Blessing" userId="S::maxwell.blessing@goil.com.gh::219a9550-696d-4c0e-9e50-148baa809298" providerId="AD" clId="Web-{2564915F-F368-C0B0-B834-116976BB4C8D}"/>
    <pc:docChg chg="modSld">
      <pc:chgData name="Maxwell Blessing" userId="S::maxwell.blessing@goil.com.gh::219a9550-696d-4c0e-9e50-148baa809298" providerId="AD" clId="Web-{2564915F-F368-C0B0-B834-116976BB4C8D}" dt="2026-08-28T18:33:34.301" v="20" actId="20577"/>
      <pc:docMkLst>
        <pc:docMk/>
      </pc:docMkLst>
      <pc:sldChg chg="addSp delSp modSp mod modClrScheme chgLayout">
        <pc:chgData name="Maxwell Blessing" userId="S::maxwell.blessing@goil.com.gh::219a9550-696d-4c0e-9e50-148baa809298" providerId="AD" clId="Web-{2564915F-F368-C0B0-B834-116976BB4C8D}" dt="2026-08-28T18:32:35.580" v="19" actId="20577"/>
        <pc:sldMkLst>
          <pc:docMk/>
          <pc:sldMk cId="368703292" sldId="431"/>
        </pc:sldMkLst>
        <pc:spChg chg="mod">
          <ac:chgData name="Maxwell Blessing" userId="S::maxwell.blessing@goil.com.gh::219a9550-696d-4c0e-9e50-148baa809298" providerId="AD" clId="Web-{2564915F-F368-C0B0-B834-116976BB4C8D}" dt="2026-08-28T18:31:27.078" v="9"/>
          <ac:spMkLst>
            <pc:docMk/>
            <pc:sldMk cId="368703292" sldId="431"/>
            <ac:spMk id="4" creationId="{3E63E35D-DAEB-1D46-8070-DBD176F6EE5F}"/>
          </ac:spMkLst>
        </pc:spChg>
        <pc:spChg chg="add mod">
          <ac:chgData name="Maxwell Blessing" userId="S::maxwell.blessing@goil.com.gh::219a9550-696d-4c0e-9e50-148baa809298" providerId="AD" clId="Web-{2564915F-F368-C0B0-B834-116976BB4C8D}" dt="2026-08-28T18:32:00.922" v="17"/>
          <ac:spMkLst>
            <pc:docMk/>
            <pc:sldMk cId="368703292" sldId="431"/>
            <ac:spMk id="10" creationId="{E94907F8-B54D-FD2D-517E-7DF1E6970570}"/>
          </ac:spMkLst>
        </pc:spChg>
        <pc:graphicFrameChg chg="add mod modGraphic">
          <ac:chgData name="Maxwell Blessing" userId="S::maxwell.blessing@goil.com.gh::219a9550-696d-4c0e-9e50-148baa809298" providerId="AD" clId="Web-{2564915F-F368-C0B0-B834-116976BB4C8D}" dt="2026-08-28T18:32:35.580" v="19" actId="20577"/>
          <ac:graphicFrameMkLst>
            <pc:docMk/>
            <pc:sldMk cId="368703292" sldId="431"/>
            <ac:graphicFrameMk id="6" creationId="{C64F08AD-051B-0CB3-E3E1-30CE2A533A19}"/>
          </ac:graphicFrameMkLst>
        </pc:graphicFrameChg>
      </pc:sldChg>
      <pc:sldChg chg="addSp delSp modSp">
        <pc:chgData name="Maxwell Blessing" userId="S::maxwell.blessing@goil.com.gh::219a9550-696d-4c0e-9e50-148baa809298" providerId="AD" clId="Web-{2564915F-F368-C0B0-B834-116976BB4C8D}" dt="2026-08-28T18:33:34.301" v="20" actId="20577"/>
        <pc:sldMkLst>
          <pc:docMk/>
          <pc:sldMk cId="644448032" sldId="547"/>
        </pc:sldMkLst>
      </pc:sldChg>
    </pc:docChg>
  </pc:docChgLst>
  <pc:docChgLst>
    <pc:chgData name="Maxwell Blessing" userId="S::maxwell.blessing@goil.com.gh::219a9550-696d-4c0e-9e50-148baa809298" providerId="AD" clId="Web-{00000000-0000-0000-0000-000000000000}"/>
    <pc:docChg chg="addSld delSld modSld sldOrd">
      <pc:chgData name="Maxwell Blessing" userId="S::maxwell.blessing@goil.com.gh::219a9550-696d-4c0e-9e50-148baa809298" providerId="AD" clId="Web-{00000000-0000-0000-0000-000000000000}" dt="2026-08-31T10:21:32.240" v="263"/>
      <pc:docMkLst>
        <pc:docMk/>
      </pc:docMkLst>
      <pc:sldChg chg="delSp modSp mod setBg">
        <pc:chgData name="Maxwell Blessing" userId="S::maxwell.blessing@goil.com.gh::219a9550-696d-4c0e-9e50-148baa809298" providerId="AD" clId="Web-{00000000-0000-0000-0000-000000000000}" dt="2026-08-28T20:17:32.606" v="240" actId="1076"/>
        <pc:sldMkLst>
          <pc:docMk/>
          <pc:sldMk cId="368703292" sldId="431"/>
        </pc:sldMkLst>
        <pc:graphicFrameChg chg="mod">
          <ac:chgData name="Maxwell Blessing" userId="S::maxwell.blessing@goil.com.gh::219a9550-696d-4c0e-9e50-148baa809298" providerId="AD" clId="Web-{00000000-0000-0000-0000-000000000000}" dt="2026-08-28T20:17:32.606" v="240" actId="1076"/>
          <ac:graphicFrameMkLst>
            <pc:docMk/>
            <pc:sldMk cId="368703292" sldId="431"/>
            <ac:graphicFrameMk id="6" creationId="{C64F08AD-051B-0CB3-E3E1-30CE2A533A19}"/>
          </ac:graphicFrameMkLst>
        </pc:graphicFrameChg>
      </pc:sldChg>
      <pc:sldChg chg="addSp delSp modSp mod setBg modClrScheme chgLayout">
        <pc:chgData name="Maxwell Blessing" userId="S::maxwell.blessing@goil.com.gh::219a9550-696d-4c0e-9e50-148baa809298" providerId="AD" clId="Web-{00000000-0000-0000-0000-000000000000}" dt="2026-08-28T19:40:14.100" v="219" actId="20577"/>
        <pc:sldMkLst>
          <pc:docMk/>
          <pc:sldMk cId="1474121220" sldId="546"/>
        </pc:sldMkLst>
        <pc:spChg chg="mod ord">
          <ac:chgData name="Maxwell Blessing" userId="S::maxwell.blessing@goil.com.gh::219a9550-696d-4c0e-9e50-148baa809298" providerId="AD" clId="Web-{00000000-0000-0000-0000-000000000000}" dt="2026-08-28T19:21:24.132" v="109"/>
          <ac:spMkLst>
            <pc:docMk/>
            <pc:sldMk cId="1474121220" sldId="546"/>
            <ac:spMk id="4" creationId="{7BF3CAAE-51EB-2B80-F431-EA72555C166E}"/>
          </ac:spMkLst>
        </pc:spChg>
        <pc:spChg chg="add mod ord">
          <ac:chgData name="Maxwell Blessing" userId="S::maxwell.blessing@goil.com.gh::219a9550-696d-4c0e-9e50-148baa809298" providerId="AD" clId="Web-{00000000-0000-0000-0000-000000000000}" dt="2026-08-28T19:40:03.772" v="218" actId="14100"/>
          <ac:spMkLst>
            <pc:docMk/>
            <pc:sldMk cId="1474121220" sldId="546"/>
            <ac:spMk id="5" creationId="{37F56224-29A0-0BE6-2763-F89DA138855F}"/>
          </ac:spMkLst>
        </pc:spChg>
        <pc:spChg chg="add mod ord">
          <ac:chgData name="Maxwell Blessing" userId="S::maxwell.blessing@goil.com.gh::219a9550-696d-4c0e-9e50-148baa809298" providerId="AD" clId="Web-{00000000-0000-0000-0000-000000000000}" dt="2026-08-28T19:40:14.100" v="219" actId="20577"/>
          <ac:spMkLst>
            <pc:docMk/>
            <pc:sldMk cId="1474121220" sldId="546"/>
            <ac:spMk id="6" creationId="{5101FD2C-BD75-F3C7-F8E9-7A1A81101794}"/>
          </ac:spMkLst>
        </pc:spChg>
      </pc:sldChg>
      <pc:sldChg chg="addSp delSp modSp mod setBg">
        <pc:chgData name="Maxwell Blessing" userId="S::maxwell.blessing@goil.com.gh::219a9550-696d-4c0e-9e50-148baa809298" providerId="AD" clId="Web-{00000000-0000-0000-0000-000000000000}" dt="2026-08-28T19:33:28.276" v="178"/>
        <pc:sldMkLst>
          <pc:docMk/>
          <pc:sldMk cId="644448032" sldId="547"/>
        </pc:sldMkLst>
        <pc:spChg chg="mod">
          <ac:chgData name="Maxwell Blessing" userId="S::maxwell.blessing@goil.com.gh::219a9550-696d-4c0e-9e50-148baa809298" providerId="AD" clId="Web-{00000000-0000-0000-0000-000000000000}" dt="2026-08-28T18:39:12.295" v="0"/>
          <ac:spMkLst>
            <pc:docMk/>
            <pc:sldMk cId="644448032" sldId="547"/>
            <ac:spMk id="4" creationId="{3E63E35D-DAEB-1D46-8070-DBD176F6EE5F}"/>
          </ac:spMkLst>
        </pc:spChg>
        <pc:spChg chg="add mod">
          <ac:chgData name="Maxwell Blessing" userId="S::maxwell.blessing@goil.com.gh::219a9550-696d-4c0e-9e50-148baa809298" providerId="AD" clId="Web-{00000000-0000-0000-0000-000000000000}" dt="2026-08-28T18:40:20.781" v="5" actId="20577"/>
          <ac:spMkLst>
            <pc:docMk/>
            <pc:sldMk cId="644448032" sldId="547"/>
            <ac:spMk id="10" creationId="{11A20179-C901-1246-A597-1407F416B01D}"/>
          </ac:spMkLst>
        </pc:spChg>
        <pc:graphicFrameChg chg="add modGraphic">
          <ac:chgData name="Maxwell Blessing" userId="S::maxwell.blessing@goil.com.gh::219a9550-696d-4c0e-9e50-148baa809298" providerId="AD" clId="Web-{00000000-0000-0000-0000-000000000000}" dt="2026-08-28T18:39:55.906" v="2" actId="20577"/>
          <ac:graphicFrameMkLst>
            <pc:docMk/>
            <pc:sldMk cId="644448032" sldId="547"/>
            <ac:graphicFrameMk id="6" creationId="{9C292880-97FD-ABD1-CCD8-A6D0E371BD71}"/>
          </ac:graphicFrameMkLst>
        </pc:graphicFrameChg>
      </pc:sldChg>
      <pc:sldChg chg="addSp delSp modSp new mod setBg modClrScheme chgLayout">
        <pc:chgData name="Maxwell Blessing" userId="S::maxwell.blessing@goil.com.gh::219a9550-696d-4c0e-9e50-148baa809298" providerId="AD" clId="Web-{00000000-0000-0000-0000-000000000000}" dt="2026-08-28T19:35:02.701" v="196"/>
        <pc:sldMkLst>
          <pc:docMk/>
          <pc:sldMk cId="1652260698" sldId="548"/>
        </pc:sldMkLst>
        <pc:spChg chg="mod">
          <ac:chgData name="Maxwell Blessing" userId="S::maxwell.blessing@goil.com.gh::219a9550-696d-4c0e-9e50-148baa809298" providerId="AD" clId="Web-{00000000-0000-0000-0000-000000000000}" dt="2026-08-28T19:32:16.759" v="175"/>
          <ac:spMkLst>
            <pc:docMk/>
            <pc:sldMk cId="1652260698" sldId="548"/>
            <ac:spMk id="2" creationId="{69C9E85E-6865-C1CB-4445-5A45ED6912DE}"/>
          </ac:spMkLst>
        </pc:spChg>
        <pc:spChg chg="mod">
          <ac:chgData name="Maxwell Blessing" userId="S::maxwell.blessing@goil.com.gh::219a9550-696d-4c0e-9e50-148baa809298" providerId="AD" clId="Web-{00000000-0000-0000-0000-000000000000}" dt="2026-08-28T19:32:16.759" v="175"/>
          <ac:spMkLst>
            <pc:docMk/>
            <pc:sldMk cId="1652260698" sldId="548"/>
            <ac:spMk id="4" creationId="{BD6433FD-3623-A27F-BE3B-AE475DF94F51}"/>
          </ac:spMkLst>
        </pc:spChg>
        <pc:graphicFrameChg chg="add mod modGraphic">
          <ac:chgData name="Maxwell Blessing" userId="S::maxwell.blessing@goil.com.gh::219a9550-696d-4c0e-9e50-148baa809298" providerId="AD" clId="Web-{00000000-0000-0000-0000-000000000000}" dt="2026-08-28T19:34:51.435" v="195" actId="14100"/>
          <ac:graphicFrameMkLst>
            <pc:docMk/>
            <pc:sldMk cId="1652260698" sldId="548"/>
            <ac:graphicFrameMk id="6" creationId="{A50B6910-0BC9-73F4-4878-04DB67735623}"/>
          </ac:graphicFrameMkLst>
        </pc:graphicFrameChg>
      </pc:sldChg>
      <pc:sldChg chg="addSp delSp modSp new mod setBg">
        <pc:chgData name="Maxwell Blessing" userId="S::maxwell.blessing@goil.com.gh::219a9550-696d-4c0e-9e50-148baa809298" providerId="AD" clId="Web-{00000000-0000-0000-0000-000000000000}" dt="2026-08-31T10:21:32.240" v="263"/>
        <pc:sldMkLst>
          <pc:docMk/>
          <pc:sldMk cId="1698109639" sldId="549"/>
        </pc:sldMkLst>
        <pc:spChg chg="mod">
          <ac:chgData name="Maxwell Blessing" userId="S::maxwell.blessing@goil.com.gh::219a9550-696d-4c0e-9e50-148baa809298" providerId="AD" clId="Web-{00000000-0000-0000-0000-000000000000}" dt="2026-08-28T18:50:46.688" v="20"/>
          <ac:spMkLst>
            <pc:docMk/>
            <pc:sldMk cId="1698109639" sldId="549"/>
            <ac:spMk id="2" creationId="{B1BF5221-2DE9-6F4D-2512-92AC89F0C8FC}"/>
          </ac:spMkLst>
        </pc:spChg>
        <pc:spChg chg="mod">
          <ac:chgData name="Maxwell Blessing" userId="S::maxwell.blessing@goil.com.gh::219a9550-696d-4c0e-9e50-148baa809298" providerId="AD" clId="Web-{00000000-0000-0000-0000-000000000000}" dt="2026-08-28T18:50:46.688" v="20"/>
          <ac:spMkLst>
            <pc:docMk/>
            <pc:sldMk cId="1698109639" sldId="549"/>
            <ac:spMk id="4" creationId="{103EFC4C-9AAB-056B-B938-7EBDAF0934B3}"/>
          </ac:spMkLst>
        </pc:spChg>
        <pc:graphicFrameChg chg="add mod modGraphic">
          <ac:chgData name="Maxwell Blessing" userId="S::maxwell.blessing@goil.com.gh::219a9550-696d-4c0e-9e50-148baa809298" providerId="AD" clId="Web-{00000000-0000-0000-0000-000000000000}" dt="2026-08-31T10:21:32.240" v="263"/>
          <ac:graphicFrameMkLst>
            <pc:docMk/>
            <pc:sldMk cId="1698109639" sldId="549"/>
            <ac:graphicFrameMk id="6" creationId="{26001D4C-36C3-1C08-C1D7-95A6AEAFE2D7}"/>
          </ac:graphicFrameMkLst>
        </pc:graphicFrameChg>
      </pc:sldChg>
      <pc:sldChg chg="addSp delSp modSp new mod setBg">
        <pc:chgData name="Maxwell Blessing" userId="S::maxwell.blessing@goil.com.gh::219a9550-696d-4c0e-9e50-148baa809298" providerId="AD" clId="Web-{00000000-0000-0000-0000-000000000000}" dt="2026-08-28T20:20:28.001" v="244"/>
        <pc:sldMkLst>
          <pc:docMk/>
          <pc:sldMk cId="1399092542" sldId="550"/>
        </pc:sldMkLst>
        <pc:spChg chg="mod">
          <ac:chgData name="Maxwell Blessing" userId="S::maxwell.blessing@goil.com.gh::219a9550-696d-4c0e-9e50-148baa809298" providerId="AD" clId="Web-{00000000-0000-0000-0000-000000000000}" dt="2026-08-28T18:50:05.609" v="18" actId="20577"/>
          <ac:spMkLst>
            <pc:docMk/>
            <pc:sldMk cId="1399092542" sldId="550"/>
            <ac:spMk id="2" creationId="{EF61E422-7F03-E59C-3D47-23D463DED473}"/>
          </ac:spMkLst>
        </pc:spChg>
        <pc:graphicFrameChg chg="add mod ord modGraphic">
          <ac:chgData name="Maxwell Blessing" userId="S::maxwell.blessing@goil.com.gh::219a9550-696d-4c0e-9e50-148baa809298" providerId="AD" clId="Web-{00000000-0000-0000-0000-000000000000}" dt="2026-08-28T20:20:28.001" v="244"/>
          <ac:graphicFrameMkLst>
            <pc:docMk/>
            <pc:sldMk cId="1399092542" sldId="550"/>
            <ac:graphicFrameMk id="6" creationId="{C7756DEE-40AF-2A62-E895-397940D00947}"/>
          </ac:graphicFrameMkLst>
        </pc:graphicFrameChg>
      </pc:sldChg>
      <pc:sldChg chg="addSp delSp modSp new mod setBg">
        <pc:chgData name="Maxwell Blessing" userId="S::maxwell.blessing@goil.com.gh::219a9550-696d-4c0e-9e50-148baa809298" providerId="AD" clId="Web-{00000000-0000-0000-0000-000000000000}" dt="2026-08-28T19:33:28.495" v="181"/>
        <pc:sldMkLst>
          <pc:docMk/>
          <pc:sldMk cId="2098445691" sldId="551"/>
        </pc:sldMkLst>
        <pc:spChg chg="mod">
          <ac:chgData name="Maxwell Blessing" userId="S::maxwell.blessing@goil.com.gh::219a9550-696d-4c0e-9e50-148baa809298" providerId="AD" clId="Web-{00000000-0000-0000-0000-000000000000}" dt="2026-08-28T19:02:58.478" v="61"/>
          <ac:spMkLst>
            <pc:docMk/>
            <pc:sldMk cId="2098445691" sldId="551"/>
            <ac:spMk id="2" creationId="{8DEBF755-23D8-97A1-7FAA-BBEB8B0FB940}"/>
          </ac:spMkLst>
        </pc:spChg>
        <pc:spChg chg="mod">
          <ac:chgData name="Maxwell Blessing" userId="S::maxwell.blessing@goil.com.gh::219a9550-696d-4c0e-9e50-148baa809298" providerId="AD" clId="Web-{00000000-0000-0000-0000-000000000000}" dt="2026-08-28T19:02:58.478" v="61"/>
          <ac:spMkLst>
            <pc:docMk/>
            <pc:sldMk cId="2098445691" sldId="551"/>
            <ac:spMk id="4" creationId="{CD88A316-EAD0-B219-F696-A4AFF8CE487E}"/>
          </ac:spMkLst>
        </pc:spChg>
        <pc:graphicFrameChg chg="add">
          <ac:chgData name="Maxwell Blessing" userId="S::maxwell.blessing@goil.com.gh::219a9550-696d-4c0e-9e50-148baa809298" providerId="AD" clId="Web-{00000000-0000-0000-0000-000000000000}" dt="2026-08-28T19:02:58.478" v="61"/>
          <ac:graphicFrameMkLst>
            <pc:docMk/>
            <pc:sldMk cId="2098445691" sldId="551"/>
            <ac:graphicFrameMk id="6" creationId="{D7298E80-D060-ED57-EFF4-874DF5AAC7E6}"/>
          </ac:graphicFrameMkLst>
        </pc:graphicFrameChg>
      </pc:sldChg>
      <pc:sldChg chg="addSp delSp modSp new mod setBg modClrScheme chgLayout">
        <pc:chgData name="Maxwell Blessing" userId="S::maxwell.blessing@goil.com.gh::219a9550-696d-4c0e-9e50-148baa809298" providerId="AD" clId="Web-{00000000-0000-0000-0000-000000000000}" dt="2026-08-28T19:33:28.964" v="187"/>
        <pc:sldMkLst>
          <pc:docMk/>
          <pc:sldMk cId="3406879662" sldId="552"/>
        </pc:sldMkLst>
        <pc:spChg chg="mod">
          <ac:chgData name="Maxwell Blessing" userId="S::maxwell.blessing@goil.com.gh::219a9550-696d-4c0e-9e50-148baa809298" providerId="AD" clId="Web-{00000000-0000-0000-0000-000000000000}" dt="2026-08-28T19:06:13.608" v="68"/>
          <ac:spMkLst>
            <pc:docMk/>
            <pc:sldMk cId="3406879662" sldId="552"/>
            <ac:spMk id="2" creationId="{A99FEF5A-35AC-BE6A-4162-80C25BFC56B1}"/>
          </ac:spMkLst>
        </pc:spChg>
        <pc:spChg chg="mod">
          <ac:chgData name="Maxwell Blessing" userId="S::maxwell.blessing@goil.com.gh::219a9550-696d-4c0e-9e50-148baa809298" providerId="AD" clId="Web-{00000000-0000-0000-0000-000000000000}" dt="2026-08-28T19:06:13.608" v="68"/>
          <ac:spMkLst>
            <pc:docMk/>
            <pc:sldMk cId="3406879662" sldId="552"/>
            <ac:spMk id="4" creationId="{546817A5-A5DB-EDF1-1C52-79B2B264515D}"/>
          </ac:spMkLst>
        </pc:spChg>
        <pc:graphicFrameChg chg="add">
          <ac:chgData name="Maxwell Blessing" userId="S::maxwell.blessing@goil.com.gh::219a9550-696d-4c0e-9e50-148baa809298" providerId="AD" clId="Web-{00000000-0000-0000-0000-000000000000}" dt="2026-08-28T19:06:13.608" v="68"/>
          <ac:graphicFrameMkLst>
            <pc:docMk/>
            <pc:sldMk cId="3406879662" sldId="552"/>
            <ac:graphicFrameMk id="6" creationId="{EBBED656-6A3F-EB9F-6798-9AABC05AEEBE}"/>
          </ac:graphicFrameMkLst>
        </pc:graphicFrameChg>
      </pc:sldChg>
      <pc:sldChg chg="addSp delSp modSp new mod setBg">
        <pc:chgData name="Maxwell Blessing" userId="S::maxwell.blessing@goil.com.gh::219a9550-696d-4c0e-9e50-148baa809298" providerId="AD" clId="Web-{00000000-0000-0000-0000-000000000000}" dt="2026-08-31T10:21:31.536" v="262"/>
        <pc:sldMkLst>
          <pc:docMk/>
          <pc:sldMk cId="161138116" sldId="553"/>
        </pc:sldMkLst>
        <pc:spChg chg="mod">
          <ac:chgData name="Maxwell Blessing" userId="S::maxwell.blessing@goil.com.gh::219a9550-696d-4c0e-9e50-148baa809298" providerId="AD" clId="Web-{00000000-0000-0000-0000-000000000000}" dt="2026-08-28T18:53:12.098" v="28" actId="20577"/>
          <ac:spMkLst>
            <pc:docMk/>
            <pc:sldMk cId="161138116" sldId="553"/>
            <ac:spMk id="2" creationId="{28955324-B01E-416B-B7DF-18E3B1307104}"/>
          </ac:spMkLst>
        </pc:spChg>
        <pc:graphicFrameChg chg="add mod ord modGraphic">
          <ac:chgData name="Maxwell Blessing" userId="S::maxwell.blessing@goil.com.gh::219a9550-696d-4c0e-9e50-148baa809298" providerId="AD" clId="Web-{00000000-0000-0000-0000-000000000000}" dt="2026-08-31T10:21:31.536" v="262"/>
          <ac:graphicFrameMkLst>
            <pc:docMk/>
            <pc:sldMk cId="161138116" sldId="553"/>
            <ac:graphicFrameMk id="6" creationId="{F6A7DD1E-89BB-B997-2892-7ECF5852F6BA}"/>
          </ac:graphicFrameMkLst>
        </pc:graphicFrameChg>
      </pc:sldChg>
      <pc:sldChg chg="addSp delSp modSp new mod ord setBg">
        <pc:chgData name="Maxwell Blessing" userId="S::maxwell.blessing@goil.com.gh::219a9550-696d-4c0e-9e50-148baa809298" providerId="AD" clId="Web-{00000000-0000-0000-0000-000000000000}" dt="2026-08-28T19:37:33.955" v="201"/>
        <pc:sldMkLst>
          <pc:docMk/>
          <pc:sldMk cId="121332486" sldId="554"/>
        </pc:sldMkLst>
        <pc:spChg chg="mod">
          <ac:chgData name="Maxwell Blessing" userId="S::maxwell.blessing@goil.com.gh::219a9550-696d-4c0e-9e50-148baa809298" providerId="AD" clId="Web-{00000000-0000-0000-0000-000000000000}" dt="2026-08-28T18:55:45.040" v="32" actId="20577"/>
          <ac:spMkLst>
            <pc:docMk/>
            <pc:sldMk cId="121332486" sldId="554"/>
            <ac:spMk id="2" creationId="{4C87FBEA-6737-9625-413B-0B4296A07ECD}"/>
          </ac:spMkLst>
        </pc:spChg>
        <pc:graphicFrameChg chg="add mod ord modGraphic">
          <ac:chgData name="Maxwell Blessing" userId="S::maxwell.blessing@goil.com.gh::219a9550-696d-4c0e-9e50-148baa809298" providerId="AD" clId="Web-{00000000-0000-0000-0000-000000000000}" dt="2026-08-28T19:28:53.628" v="169"/>
          <ac:graphicFrameMkLst>
            <pc:docMk/>
            <pc:sldMk cId="121332486" sldId="554"/>
            <ac:graphicFrameMk id="18" creationId="{696A1918-0ED0-0C04-A7FA-A9BDE8FB57CC}"/>
          </ac:graphicFrameMkLst>
        </pc:graphicFrameChg>
      </pc:sldChg>
      <pc:sldChg chg="addSp delSp modSp new mod setBg modClrScheme chgLayout">
        <pc:chgData name="Maxwell Blessing" userId="S::maxwell.blessing@goil.com.gh::219a9550-696d-4c0e-9e50-148baa809298" providerId="AD" clId="Web-{00000000-0000-0000-0000-000000000000}" dt="2026-08-28T19:55:17.984" v="229"/>
        <pc:sldMkLst>
          <pc:docMk/>
          <pc:sldMk cId="3539874849" sldId="555"/>
        </pc:sldMkLst>
        <pc:spChg chg="mod">
          <ac:chgData name="Maxwell Blessing" userId="S::maxwell.blessing@goil.com.gh::219a9550-696d-4c0e-9e50-148baa809298" providerId="AD" clId="Web-{00000000-0000-0000-0000-000000000000}" dt="2026-08-28T19:04:04.574" v="62"/>
          <ac:spMkLst>
            <pc:docMk/>
            <pc:sldMk cId="3539874849" sldId="555"/>
            <ac:spMk id="2" creationId="{D6D1558F-1354-7410-C01B-57D2EC14B007}"/>
          </ac:spMkLst>
        </pc:spChg>
        <pc:spChg chg="mod">
          <ac:chgData name="Maxwell Blessing" userId="S::maxwell.blessing@goil.com.gh::219a9550-696d-4c0e-9e50-148baa809298" providerId="AD" clId="Web-{00000000-0000-0000-0000-000000000000}" dt="2026-08-28T19:04:04.574" v="62"/>
          <ac:spMkLst>
            <pc:docMk/>
            <pc:sldMk cId="3539874849" sldId="555"/>
            <ac:spMk id="4" creationId="{AE391114-6103-18CE-B04F-8B28B3123AD3}"/>
          </ac:spMkLst>
        </pc:spChg>
        <pc:graphicFrameChg chg="add mod">
          <ac:chgData name="Maxwell Blessing" userId="S::maxwell.blessing@goil.com.gh::219a9550-696d-4c0e-9e50-148baa809298" providerId="AD" clId="Web-{00000000-0000-0000-0000-000000000000}" dt="2026-08-28T19:53:10.371" v="226" actId="1076"/>
          <ac:graphicFrameMkLst>
            <pc:docMk/>
            <pc:sldMk cId="3539874849" sldId="555"/>
            <ac:graphicFrameMk id="6" creationId="{CBAFEBD2-DD66-06B0-1284-D9025B2BA7CA}"/>
          </ac:graphicFrameMkLst>
        </pc:graphicFrameChg>
      </pc:sldChg>
      <pc:sldChg chg="addSp delSp modSp new mod setBg">
        <pc:chgData name="Maxwell Blessing" userId="S::maxwell.blessing@goil.com.gh::219a9550-696d-4c0e-9e50-148baa809298" providerId="AD" clId="Web-{00000000-0000-0000-0000-000000000000}" dt="2026-08-28T20:10:02.686" v="239" actId="20577"/>
        <pc:sldMkLst>
          <pc:docMk/>
          <pc:sldMk cId="65021963" sldId="556"/>
        </pc:sldMkLst>
        <pc:spChg chg="mod">
          <ac:chgData name="Maxwell Blessing" userId="S::maxwell.blessing@goil.com.gh::219a9550-696d-4c0e-9e50-148baa809298" providerId="AD" clId="Web-{00000000-0000-0000-0000-000000000000}" dt="2026-08-28T19:04:21.902" v="63"/>
          <ac:spMkLst>
            <pc:docMk/>
            <pc:sldMk cId="65021963" sldId="556"/>
            <ac:spMk id="2" creationId="{FC45F466-F6CC-5D75-8992-99A7A03549E5}"/>
          </ac:spMkLst>
        </pc:spChg>
        <pc:spChg chg="mod">
          <ac:chgData name="Maxwell Blessing" userId="S::maxwell.blessing@goil.com.gh::219a9550-696d-4c0e-9e50-148baa809298" providerId="AD" clId="Web-{00000000-0000-0000-0000-000000000000}" dt="2026-08-28T19:04:21.902" v="63"/>
          <ac:spMkLst>
            <pc:docMk/>
            <pc:sldMk cId="65021963" sldId="556"/>
            <ac:spMk id="4" creationId="{7640DF9E-77D7-7DE5-7505-9E33967B2F35}"/>
          </ac:spMkLst>
        </pc:spChg>
        <pc:graphicFrameChg chg="add modGraphic">
          <ac:chgData name="Maxwell Blessing" userId="S::maxwell.blessing@goil.com.gh::219a9550-696d-4c0e-9e50-148baa809298" providerId="AD" clId="Web-{00000000-0000-0000-0000-000000000000}" dt="2026-08-28T20:10:02.686" v="239" actId="20577"/>
          <ac:graphicFrameMkLst>
            <pc:docMk/>
            <pc:sldMk cId="65021963" sldId="556"/>
            <ac:graphicFrameMk id="6" creationId="{4FC8DCB7-E58A-B88F-8A93-A70CEAAF40D1}"/>
          </ac:graphicFrameMkLst>
        </pc:graphicFrameChg>
      </pc:sldChg>
      <pc:sldChg chg="addSp delSp modSp new mod setBg modClrScheme chgLayout">
        <pc:chgData name="Maxwell Blessing" userId="S::maxwell.blessing@goil.com.gh::219a9550-696d-4c0e-9e50-148baa809298" providerId="AD" clId="Web-{00000000-0000-0000-0000-000000000000}" dt="2026-08-28T19:33:29.042" v="188"/>
        <pc:sldMkLst>
          <pc:docMk/>
          <pc:sldMk cId="3087577354" sldId="557"/>
        </pc:sldMkLst>
        <pc:spChg chg="mod">
          <ac:chgData name="Maxwell Blessing" userId="S::maxwell.blessing@goil.com.gh::219a9550-696d-4c0e-9e50-148baa809298" providerId="AD" clId="Web-{00000000-0000-0000-0000-000000000000}" dt="2026-08-28T19:05:25.201" v="65"/>
          <ac:spMkLst>
            <pc:docMk/>
            <pc:sldMk cId="3087577354" sldId="557"/>
            <ac:spMk id="2" creationId="{9DF23B2A-4745-7E53-29A9-EA9BDCC076D0}"/>
          </ac:spMkLst>
        </pc:spChg>
        <pc:spChg chg="mod">
          <ac:chgData name="Maxwell Blessing" userId="S::maxwell.blessing@goil.com.gh::219a9550-696d-4c0e-9e50-148baa809298" providerId="AD" clId="Web-{00000000-0000-0000-0000-000000000000}" dt="2026-08-28T19:05:25.201" v="65"/>
          <ac:spMkLst>
            <pc:docMk/>
            <pc:sldMk cId="3087577354" sldId="557"/>
            <ac:spMk id="4" creationId="{7FCBB175-7005-9B6C-1D11-036B36F2F9E6}"/>
          </ac:spMkLst>
        </pc:spChg>
        <pc:graphicFrameChg chg="add mod">
          <ac:chgData name="Maxwell Blessing" userId="S::maxwell.blessing@goil.com.gh::219a9550-696d-4c0e-9e50-148baa809298" providerId="AD" clId="Web-{00000000-0000-0000-0000-000000000000}" dt="2026-08-28T19:05:25.201" v="65"/>
          <ac:graphicFrameMkLst>
            <pc:docMk/>
            <pc:sldMk cId="3087577354" sldId="557"/>
            <ac:graphicFrameMk id="6" creationId="{0B19B898-7C08-C739-D877-B713CFC1EF34}"/>
          </ac:graphicFrameMkLst>
        </pc:graphicFrameChg>
      </pc:sldChg>
      <pc:sldChg chg="modSp new mod setBg modClrScheme chgLayout">
        <pc:chgData name="Maxwell Blessing" userId="S::maxwell.blessing@goil.com.gh::219a9550-696d-4c0e-9e50-148baa809298" providerId="AD" clId="Web-{00000000-0000-0000-0000-000000000000}" dt="2026-08-28T19:33:28.714" v="184"/>
        <pc:sldMkLst>
          <pc:docMk/>
          <pc:sldMk cId="524373755" sldId="558"/>
        </pc:sldMkLst>
        <pc:spChg chg="mod">
          <ac:chgData name="Maxwell Blessing" userId="S::maxwell.blessing@goil.com.gh::219a9550-696d-4c0e-9e50-148baa809298" providerId="AD" clId="Web-{00000000-0000-0000-0000-000000000000}" dt="2026-08-28T19:05:10.544" v="64"/>
          <ac:spMkLst>
            <pc:docMk/>
            <pc:sldMk cId="524373755" sldId="558"/>
            <ac:spMk id="2" creationId="{25E2B66E-228D-BC7D-305C-52D559CFEB47}"/>
          </ac:spMkLst>
        </pc:spChg>
        <pc:spChg chg="mod">
          <ac:chgData name="Maxwell Blessing" userId="S::maxwell.blessing@goil.com.gh::219a9550-696d-4c0e-9e50-148baa809298" providerId="AD" clId="Web-{00000000-0000-0000-0000-000000000000}" dt="2026-08-28T19:05:10.544" v="64"/>
          <ac:spMkLst>
            <pc:docMk/>
            <pc:sldMk cId="524373755" sldId="558"/>
            <ac:spMk id="3" creationId="{ECFD0E8B-8DD7-2342-A50D-2190969F33FD}"/>
          </ac:spMkLst>
        </pc:spChg>
        <pc:spChg chg="mod">
          <ac:chgData name="Maxwell Blessing" userId="S::maxwell.blessing@goil.com.gh::219a9550-696d-4c0e-9e50-148baa809298" providerId="AD" clId="Web-{00000000-0000-0000-0000-000000000000}" dt="2026-08-28T19:05:10.544" v="64"/>
          <ac:spMkLst>
            <pc:docMk/>
            <pc:sldMk cId="524373755" sldId="558"/>
            <ac:spMk id="4" creationId="{D574F531-0632-015F-6318-F94F55F67375}"/>
          </ac:spMkLst>
        </pc:spChg>
      </pc:sldChg>
      <pc:sldChg chg="addSp delSp modSp new mod setBg">
        <pc:chgData name="Maxwell Blessing" userId="S::maxwell.blessing@goil.com.gh::219a9550-696d-4c0e-9e50-148baa809298" providerId="AD" clId="Web-{00000000-0000-0000-0000-000000000000}" dt="2026-08-28T19:56:06.876" v="230"/>
        <pc:sldMkLst>
          <pc:docMk/>
          <pc:sldMk cId="918542710" sldId="560"/>
        </pc:sldMkLst>
        <pc:spChg chg="mod">
          <ac:chgData name="Maxwell Blessing" userId="S::maxwell.blessing@goil.com.gh::219a9550-696d-4c0e-9e50-148baa809298" providerId="AD" clId="Web-{00000000-0000-0000-0000-000000000000}" dt="2026-08-28T19:13:56.870" v="73"/>
          <ac:spMkLst>
            <pc:docMk/>
            <pc:sldMk cId="918542710" sldId="560"/>
            <ac:spMk id="3" creationId="{CF48F23F-CF61-03F0-B546-3A1DD9362FA4}"/>
          </ac:spMkLst>
        </pc:spChg>
        <pc:spChg chg="mod">
          <ac:chgData name="Maxwell Blessing" userId="S::maxwell.blessing@goil.com.gh::219a9550-696d-4c0e-9e50-148baa809298" providerId="AD" clId="Web-{00000000-0000-0000-0000-000000000000}" dt="2026-08-28T19:13:56.870" v="73"/>
          <ac:spMkLst>
            <pc:docMk/>
            <pc:sldMk cId="918542710" sldId="560"/>
            <ac:spMk id="4" creationId="{17112355-823C-D68C-6304-CE92EBC10C5E}"/>
          </ac:spMkLst>
        </pc:spChg>
        <pc:picChg chg="add mod">
          <ac:chgData name="Maxwell Blessing" userId="S::maxwell.blessing@goil.com.gh::219a9550-696d-4c0e-9e50-148baa809298" providerId="AD" clId="Web-{00000000-0000-0000-0000-000000000000}" dt="2026-08-28T19:56:06.876" v="230"/>
          <ac:picMkLst>
            <pc:docMk/>
            <pc:sldMk cId="918542710" sldId="560"/>
            <ac:picMk id="6" creationId="{41D1F8CE-227C-CFA1-0EC6-B61BBF760D7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163" y="179388"/>
            <a:ext cx="1187450" cy="163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 userDrawn="1"/>
        </p:nvCxnSpPr>
        <p:spPr>
          <a:xfrm>
            <a:off x="0" y="6237288"/>
            <a:ext cx="12192000" cy="0"/>
          </a:xfrm>
          <a:prstGeom prst="line">
            <a:avLst/>
          </a:prstGeom>
          <a:ln w="19050">
            <a:solidFill>
              <a:srgbClr val="F15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 userDrawn="1"/>
        </p:nvSpPr>
        <p:spPr>
          <a:xfrm rot="3588390">
            <a:off x="9247981" y="4650582"/>
            <a:ext cx="1852613" cy="3175000"/>
          </a:xfrm>
          <a:custGeom>
            <a:avLst/>
            <a:gdLst>
              <a:gd name="connsiteX0" fmla="*/ 1853514 w 1853514"/>
              <a:gd name="connsiteY0" fmla="*/ 0 h 3175687"/>
              <a:gd name="connsiteX1" fmla="*/ 1433384 w 1853514"/>
              <a:gd name="connsiteY1" fmla="*/ 593125 h 3175687"/>
              <a:gd name="connsiteX2" fmla="*/ 580768 w 1853514"/>
              <a:gd name="connsiteY2" fmla="*/ 630195 h 3175687"/>
              <a:gd name="connsiteX3" fmla="*/ 420130 w 1853514"/>
              <a:gd name="connsiteY3" fmla="*/ 2273643 h 3175687"/>
              <a:gd name="connsiteX4" fmla="*/ 0 w 1853514"/>
              <a:gd name="connsiteY4" fmla="*/ 3175687 h 3175687"/>
              <a:gd name="connsiteX5" fmla="*/ 0 w 1853514"/>
              <a:gd name="connsiteY5" fmla="*/ 3175687 h 3175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3514" h="3175687">
                <a:moveTo>
                  <a:pt x="1853514" y="0"/>
                </a:moveTo>
                <a:cubicBezTo>
                  <a:pt x="1749511" y="244046"/>
                  <a:pt x="1645508" y="488093"/>
                  <a:pt x="1433384" y="593125"/>
                </a:cubicBezTo>
                <a:cubicBezTo>
                  <a:pt x="1221260" y="698157"/>
                  <a:pt x="749644" y="350109"/>
                  <a:pt x="580768" y="630195"/>
                </a:cubicBezTo>
                <a:cubicBezTo>
                  <a:pt x="411892" y="910281"/>
                  <a:pt x="516925" y="1849394"/>
                  <a:pt x="420130" y="2273643"/>
                </a:cubicBezTo>
                <a:cubicBezTo>
                  <a:pt x="323335" y="2697892"/>
                  <a:pt x="0" y="3175687"/>
                  <a:pt x="0" y="3175687"/>
                </a:cubicBezTo>
                <a:lnTo>
                  <a:pt x="0" y="3175687"/>
                </a:lnTo>
              </a:path>
            </a:pathLst>
          </a:custGeom>
          <a:solidFill>
            <a:srgbClr val="F1591C"/>
          </a:solidFill>
          <a:ln>
            <a:solidFill>
              <a:srgbClr val="F266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9986713" cy="1325563"/>
          </a:xfrm>
        </p:spPr>
        <p:txBody>
          <a:bodyPr/>
          <a:lstStyle>
            <a:lvl1pPr>
              <a:defRPr b="1" i="0" baseline="0">
                <a:solidFill>
                  <a:srgbClr val="F1591C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8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b="0" i="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b="0" i="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b="0" i="0" baseline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2FC644C-B572-4635-81DA-3891C4DACD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533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Franklin Gothic Book" pitchFamily="34" charset="0"/>
              </a:defRPr>
            </a:lvl1pPr>
          </a:lstStyle>
          <a:p>
            <a:fld id="{8BFEE1C9-1FFF-4A16-9CE3-AD742D2A69B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4"/>
          <p:cNvSpPr txBox="1">
            <a:spLocks/>
          </p:cNvSpPr>
          <p:nvPr/>
        </p:nvSpPr>
        <p:spPr>
          <a:xfrm>
            <a:off x="727075" y="6356350"/>
            <a:ext cx="77819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Helvetica Neue" panose="02000503000000020004" pitchFamily="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/>
              <a:t>Junction Of Kojo Thompson And Adjabeng Road. P.O. Box GP 3183, Accra,Ghana Tel: 030 286-8214 / 268-8215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5" r:id="rId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Helvetica Neue" panose="02000503000000020004" pitchFamily="2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 Neue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 Neue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 Neue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 Neue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 Neue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 Neue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 Neue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 Neue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Helvetica Neue" panose="02000503000000020004" pitchFamily="2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 spc="300">
          <a:solidFill>
            <a:schemeClr val="tx1"/>
          </a:solidFill>
          <a:latin typeface="HelveticaNeue" pitchFamily="2" charset="0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 spc="300">
          <a:solidFill>
            <a:schemeClr val="tx1"/>
          </a:solidFill>
          <a:latin typeface="HelveticaNeue" pitchFamily="2" charset="0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 spc="300">
          <a:solidFill>
            <a:schemeClr val="tx1"/>
          </a:solidFill>
          <a:latin typeface="HelveticaNeue" pitchFamily="2" charset="0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 spc="300">
          <a:solidFill>
            <a:schemeClr val="tx1"/>
          </a:solidFill>
          <a:latin typeface="HelveticaNeue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7F56224-29A0-0BE6-2763-F89DA1388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686" y="365125"/>
            <a:ext cx="9747226" cy="1345615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US" dirty="0"/>
              <a:t>INTEGRATED KPI AND BUDGET MANAGEMENT SYSTEM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01FD2C-BD75-F3C7-F8E9-7A1A81101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3200" dirty="0">
                <a:latin typeface="Calibri"/>
                <a:ea typeface="Calibri"/>
                <a:cs typeface="Calibri"/>
              </a:rPr>
              <a:t> </a:t>
            </a:r>
            <a:r>
              <a:rPr lang="en-US" sz="4000" b="1" dirty="0">
                <a:latin typeface="Helvetica Neue"/>
                <a:ea typeface="Calibri"/>
                <a:cs typeface="Calibri"/>
              </a:rPr>
              <a:t> BUSINES DEVELOPMENT UNIT</a:t>
            </a:r>
            <a:endParaRPr lang="en-US" sz="4000" b="1" dirty="0">
              <a:latin typeface="Helvetica Neue"/>
              <a:ea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3CAAE-51EB-2B80-F431-EA72555C16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B32C7C18-F57E-457C-86A2-C96572B0D95F}" type="slidenum">
              <a:rPr lang="en-US" altLang="en-US" smtClean="0"/>
              <a:pPr>
                <a:spcAft>
                  <a:spcPts val="600"/>
                </a:spcAft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4121220"/>
      </p:ext>
    </p:extLst>
  </p:cSld>
  <p:clrMapOvr>
    <a:masterClrMapping/>
  </p:clrMapOvr>
</p:sld>
</file>

<file path=ppt/theme/theme1.xml><?xml version="1.0" encoding="utf-8"?>
<a:theme xmlns:a="http://schemas.openxmlformats.org/drawingml/2006/main" name="Goil format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.potx" id="{4E295DCE-B8C3-49A4-8965-C050510B80CD}" vid="{D7E0214F-A4B4-4768-A544-D08168DF9C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</TotalTime>
  <Words>992</Words>
  <Application>Microsoft Office PowerPoint</Application>
  <PresentationFormat>Widescreen</PresentationFormat>
  <Paragraphs>158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Goil format</vt:lpstr>
      <vt:lpstr>INTEGRATED KPI AND BUDGET MANAGEMENT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CONFERENCE</dc:title>
  <dc:creator>Microsoft Office User</dc:creator>
  <cp:lastModifiedBy>Greenwood Asafo-Adjei</cp:lastModifiedBy>
  <cp:revision>12</cp:revision>
  <cp:lastPrinted>2023-11-09T15:22:49Z</cp:lastPrinted>
  <dcterms:created xsi:type="dcterms:W3CDTF">2017-01-18T22:46:53Z</dcterms:created>
  <dcterms:modified xsi:type="dcterms:W3CDTF">2026-10-10T09:54:23Z</dcterms:modified>
</cp:coreProperties>
</file>